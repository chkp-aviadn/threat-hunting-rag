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993" r:id="rId3"/>
  </p:sldMasterIdLst>
  <p:notesMasterIdLst>
    <p:notesMasterId r:id="rId36"/>
  </p:notesMasterIdLst>
  <p:sldIdLst>
    <p:sldId id="257" r:id="rId4"/>
    <p:sldId id="872" r:id="rId5"/>
    <p:sldId id="877" r:id="rId6"/>
    <p:sldId id="891" r:id="rId7"/>
    <p:sldId id="4165" r:id="rId8"/>
    <p:sldId id="4219" r:id="rId9"/>
    <p:sldId id="4196" r:id="rId10"/>
    <p:sldId id="4197" r:id="rId11"/>
    <p:sldId id="4199" r:id="rId12"/>
    <p:sldId id="4164" r:id="rId13"/>
    <p:sldId id="4186" r:id="rId14"/>
    <p:sldId id="4187" r:id="rId15"/>
    <p:sldId id="4175" r:id="rId16"/>
    <p:sldId id="4202" r:id="rId17"/>
    <p:sldId id="4201" r:id="rId18"/>
    <p:sldId id="4203" r:id="rId19"/>
    <p:sldId id="4204" r:id="rId20"/>
    <p:sldId id="4205" r:id="rId21"/>
    <p:sldId id="4206" r:id="rId22"/>
    <p:sldId id="4207" r:id="rId23"/>
    <p:sldId id="4208" r:id="rId24"/>
    <p:sldId id="4209" r:id="rId25"/>
    <p:sldId id="4210" r:id="rId26"/>
    <p:sldId id="4211" r:id="rId27"/>
    <p:sldId id="4213" r:id="rId28"/>
    <p:sldId id="4214" r:id="rId29"/>
    <p:sldId id="4215" r:id="rId30"/>
    <p:sldId id="4216" r:id="rId31"/>
    <p:sldId id="4217" r:id="rId32"/>
    <p:sldId id="4218" r:id="rId33"/>
    <p:sldId id="4170" r:id="rId34"/>
    <p:sldId id="86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087475-DE93-4CB1-B693-9F48084FE2FE}" v="9" dt="2024-09-05T07:07:21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45675-855D-48A4-A4C0-031F32CA4EAA}" type="datetimeFigureOut"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14B59-99D3-444C-9ED3-CBEE3E1EA7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3.emf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emf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3.emf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69274C5A-98BA-9DBE-63AC-8A7C65C9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CFC4E-9647-B37C-D497-EE9E4E41E758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D76F2A6-EE54-738E-006F-AFB155F2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BBB739-220E-7081-08E1-C3407CE21FC0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peaker name and date">
            <a:extLst>
              <a:ext uri="{FF2B5EF4-FFF2-40B4-BE49-F238E27FC236}">
                <a16:creationId xmlns:a16="http://schemas.microsoft.com/office/drawing/2014/main" id="{BE1F3976-8DCF-3A80-C434-984F2B7BA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083" y="3922060"/>
            <a:ext cx="5806501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Speaker Title</a:t>
            </a:r>
          </a:p>
        </p:txBody>
      </p:sp>
      <p:sp>
        <p:nvSpPr>
          <p:cNvPr id="9" name="Sub-title">
            <a:extLst>
              <a:ext uri="{FF2B5EF4-FFF2-40B4-BE49-F238E27FC236}">
                <a16:creationId xmlns:a16="http://schemas.microsoft.com/office/drawing/2014/main" id="{CBEDD899-15C4-75D4-0A3B-2F0175E9E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F09F5548-1609-C4A2-2F05-8D7F12D86A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Presentation Title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05EF7A1-5F12-1313-DD7A-AA0A4F47F7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5CC4BFE-D381-37BD-0ABE-CC78AECA1D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68E08A2-2E89-C0E6-20DD-F8338BDF5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6083" y="4365869"/>
            <a:ext cx="2200848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8D244F-28F2-079F-7D9E-2860F1BEE2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BE5984C-08B3-47C6-BFA2-3901F2F59F7A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7339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B03049EB-81F3-B6B8-15F6-D777C5D47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3833AA-9514-CD71-64BC-809C7D18FF9E}"/>
              </a:ext>
            </a:extLst>
          </p:cNvPr>
          <p:cNvSpPr/>
          <p:nvPr userDrawn="1"/>
        </p:nvSpPr>
        <p:spPr bwMode="auto">
          <a:xfrm>
            <a:off x="0" y="6382264"/>
            <a:ext cx="103680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FB0D0-7131-2D20-7B54-06BECB486EE6}"/>
              </a:ext>
            </a:extLst>
          </p:cNvPr>
          <p:cNvSpPr/>
          <p:nvPr userDrawn="1"/>
        </p:nvSpPr>
        <p:spPr bwMode="auto">
          <a:xfrm>
            <a:off x="8695596" y="-1"/>
            <a:ext cx="3496404" cy="6865435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2D8BED-3A3E-F726-4AD6-58720A016ADE}"/>
              </a:ext>
            </a:extLst>
          </p:cNvPr>
          <p:cNvSpPr/>
          <p:nvPr userDrawn="1"/>
        </p:nvSpPr>
        <p:spPr bwMode="auto">
          <a:xfrm>
            <a:off x="-3684" y="1423852"/>
            <a:ext cx="9783780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Footer_page number">
            <a:extLst>
              <a:ext uri="{FF2B5EF4-FFF2-40B4-BE49-F238E27FC236}">
                <a16:creationId xmlns:a16="http://schemas.microsoft.com/office/drawing/2014/main" id="{8231AACC-E999-D996-A109-2D56794C17FA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6068ED0D-C169-D764-D4E5-00FF8C019698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bg1">
                    <a:lumMod val="50000"/>
                  </a:schemeClr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10" name="Agenda list">
            <a:extLst>
              <a:ext uri="{FF2B5EF4-FFF2-40B4-BE49-F238E27FC236}">
                <a16:creationId xmlns:a16="http://schemas.microsoft.com/office/drawing/2014/main" id="{08A5E0FF-6875-B2D3-C323-9D856EED93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21979" y="1936435"/>
            <a:ext cx="7467672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4008BD-12EF-916C-02EE-85A0233D6D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9532" y="1"/>
            <a:ext cx="6402467" cy="46386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99BC2A82-2D0C-E55D-1C62-4C6B00AD0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980" y="638551"/>
            <a:ext cx="7467670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AE0CFBF-35D0-24B2-A50A-1436A27D62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BD2DD-5F97-1ADC-C1A5-D588867F50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456DFE-409C-4333-86FF-5132DB27A5E5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3902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995" y="460552"/>
            <a:ext cx="11025242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995" y="1534474"/>
            <a:ext cx="11025242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42FC96-E8BF-FC62-A107-89524B01D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EAA091-00AC-495E-A7FC-1A3C76FC895A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8798"/>
      </p:ext>
    </p:extLst>
  </p:cSld>
  <p:clrMapOvr>
    <a:masterClrMapping/>
  </p:clrMapOvr>
  <p:transition>
    <p:fade/>
  </p:transition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8568" y="1"/>
            <a:ext cx="7953433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60643" y="750518"/>
            <a:ext cx="6448594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96" y="1299159"/>
            <a:ext cx="3373044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summary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1F801-36BD-241C-28EB-56EBC7D1DC9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30470CA-94B0-493E-B295-8CEAA15C7326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82727"/>
      </p:ext>
    </p:extLst>
  </p:cSld>
  <p:clrMapOvr>
    <a:masterClrMapping/>
  </p:clrMapOvr>
  <p:transition>
    <p:fade/>
  </p:transition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E30C9EC5-65C8-E1B1-417F-18F9D98A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223F5-4E61-E84F-132E-5F598DF85707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A2725F-6E14-F85D-4EE0-8751C35AA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6FD4F5-9F97-88BD-7FBB-78CCF61B54E3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ub-title">
            <a:extLst>
              <a:ext uri="{FF2B5EF4-FFF2-40B4-BE49-F238E27FC236}">
                <a16:creationId xmlns:a16="http://schemas.microsoft.com/office/drawing/2014/main" id="{94AA2F78-6495-ABED-5424-D9937A4571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26C8364E-BE0A-85C0-99AD-E93EC3FCBF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Thank you!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EF1F247-8156-EDAE-6B29-EB8D5A9568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8F052CF-7374-B995-2E76-536A2ED6B2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501DA3-D1F9-D979-BAB5-8A543E14AF2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882B279-A8E7-4F6C-AD7A-2AACB6A64F4F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654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69274C5A-98BA-9DBE-63AC-8A7C65C9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CFC4E-9647-B37C-D497-EE9E4E41E758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D76F2A6-EE54-738E-006F-AFB155F2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BBB739-220E-7081-08E1-C3407CE21FC0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peaker name and date">
            <a:extLst>
              <a:ext uri="{FF2B5EF4-FFF2-40B4-BE49-F238E27FC236}">
                <a16:creationId xmlns:a16="http://schemas.microsoft.com/office/drawing/2014/main" id="{BE1F3976-8DCF-3A80-C434-984F2B7BA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083" y="3922060"/>
            <a:ext cx="5806501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Speaker Title</a:t>
            </a:r>
          </a:p>
        </p:txBody>
      </p:sp>
      <p:sp>
        <p:nvSpPr>
          <p:cNvPr id="9" name="Sub-title">
            <a:extLst>
              <a:ext uri="{FF2B5EF4-FFF2-40B4-BE49-F238E27FC236}">
                <a16:creationId xmlns:a16="http://schemas.microsoft.com/office/drawing/2014/main" id="{CBEDD899-15C4-75D4-0A3B-2F0175E9E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F09F5548-1609-C4A2-2F05-8D7F12D86A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Presentation Title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05EF7A1-5F12-1313-DD7A-AA0A4F47F7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5CC4BFE-D381-37BD-0ABE-CC78AECA1D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68E08A2-2E89-C0E6-20DD-F8338BDF5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6083" y="4365869"/>
            <a:ext cx="2200848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34280-7805-6BA5-1741-F7B4F537732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D5F91C7-9325-43D6-BFD2-2874794F5834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6037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69274C5A-98BA-9DBE-63AC-8A7C65C9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CFC4E-9647-B37C-D497-EE9E4E41E758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D76F2A6-EE54-738E-006F-AFB155F2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BBB739-220E-7081-08E1-C3407CE21FC0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peaker name and date">
            <a:extLst>
              <a:ext uri="{FF2B5EF4-FFF2-40B4-BE49-F238E27FC236}">
                <a16:creationId xmlns:a16="http://schemas.microsoft.com/office/drawing/2014/main" id="{BE1F3976-8DCF-3A80-C434-984F2B7BA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083" y="3922060"/>
            <a:ext cx="5806501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Speaker Title</a:t>
            </a:r>
          </a:p>
        </p:txBody>
      </p:sp>
      <p:sp>
        <p:nvSpPr>
          <p:cNvPr id="9" name="Sub-title">
            <a:extLst>
              <a:ext uri="{FF2B5EF4-FFF2-40B4-BE49-F238E27FC236}">
                <a16:creationId xmlns:a16="http://schemas.microsoft.com/office/drawing/2014/main" id="{CBEDD899-15C4-75D4-0A3B-2F0175E9E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F09F5548-1609-C4A2-2F05-8D7F12D86A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Presentation Title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05EF7A1-5F12-1313-DD7A-AA0A4F47F7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5CC4BFE-D381-37BD-0ABE-CC78AECA1D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68E08A2-2E89-C0E6-20DD-F8338BDF5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6083" y="4365869"/>
            <a:ext cx="2200848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4C89C-41F5-BF4E-DD06-1839B93623D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0541E04-849A-45D3-B496-B24B3D85AF38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603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69274C5A-98BA-9DBE-63AC-8A7C65C9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CFC4E-9647-B37C-D497-EE9E4E41E758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D76F2A6-EE54-738E-006F-AFB155F2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BBB739-220E-7081-08E1-C3407CE21FC0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peaker name and date">
            <a:extLst>
              <a:ext uri="{FF2B5EF4-FFF2-40B4-BE49-F238E27FC236}">
                <a16:creationId xmlns:a16="http://schemas.microsoft.com/office/drawing/2014/main" id="{BE1F3976-8DCF-3A80-C434-984F2B7BA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083" y="3922060"/>
            <a:ext cx="5806501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Speaker Title</a:t>
            </a:r>
          </a:p>
        </p:txBody>
      </p:sp>
      <p:sp>
        <p:nvSpPr>
          <p:cNvPr id="9" name="Sub-title">
            <a:extLst>
              <a:ext uri="{FF2B5EF4-FFF2-40B4-BE49-F238E27FC236}">
                <a16:creationId xmlns:a16="http://schemas.microsoft.com/office/drawing/2014/main" id="{CBEDD899-15C4-75D4-0A3B-2F0175E9E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F09F5548-1609-C4A2-2F05-8D7F12D86A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Presentation Title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05EF7A1-5F12-1313-DD7A-AA0A4F47F7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5CC4BFE-D381-37BD-0ABE-CC78AECA1D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68E08A2-2E89-C0E6-20DD-F8338BDF5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6083" y="4365869"/>
            <a:ext cx="2200848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D7D88-3BB9-0CE8-0724-F0D01FF5E4A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D0A7ED4-87AF-498D-AE17-775C36C34AF1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603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69274C5A-98BA-9DBE-63AC-8A7C65C9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CFC4E-9647-B37C-D497-EE9E4E41E758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D76F2A6-EE54-738E-006F-AFB155F2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BBB739-220E-7081-08E1-C3407CE21FC0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peaker name and date">
            <a:extLst>
              <a:ext uri="{FF2B5EF4-FFF2-40B4-BE49-F238E27FC236}">
                <a16:creationId xmlns:a16="http://schemas.microsoft.com/office/drawing/2014/main" id="{BE1F3976-8DCF-3A80-C434-984F2B7BA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083" y="3922060"/>
            <a:ext cx="5806501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Speaker Title</a:t>
            </a:r>
          </a:p>
        </p:txBody>
      </p:sp>
      <p:sp>
        <p:nvSpPr>
          <p:cNvPr id="9" name="Sub-title">
            <a:extLst>
              <a:ext uri="{FF2B5EF4-FFF2-40B4-BE49-F238E27FC236}">
                <a16:creationId xmlns:a16="http://schemas.microsoft.com/office/drawing/2014/main" id="{CBEDD899-15C4-75D4-0A3B-2F0175E9E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F09F5548-1609-C4A2-2F05-8D7F12D86A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Presentation Title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05EF7A1-5F12-1313-DD7A-AA0A4F47F7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5CC4BFE-D381-37BD-0ABE-CC78AECA1D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68E08A2-2E89-C0E6-20DD-F8338BDF5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6083" y="4365869"/>
            <a:ext cx="2200848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CBB299-AA6B-DF44-DA5D-C1E44260B68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AE193AC-5B0A-4EB7-AEEB-333DFB5E0D17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6037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69274C5A-98BA-9DBE-63AC-8A7C65C9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CFC4E-9647-B37C-D497-EE9E4E41E758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D76F2A6-EE54-738E-006F-AFB155F2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BBB739-220E-7081-08E1-C3407CE21FC0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peaker name and date">
            <a:extLst>
              <a:ext uri="{FF2B5EF4-FFF2-40B4-BE49-F238E27FC236}">
                <a16:creationId xmlns:a16="http://schemas.microsoft.com/office/drawing/2014/main" id="{BE1F3976-8DCF-3A80-C434-984F2B7BA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6083" y="3922060"/>
            <a:ext cx="5806501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Speaker Title</a:t>
            </a:r>
          </a:p>
        </p:txBody>
      </p:sp>
      <p:sp>
        <p:nvSpPr>
          <p:cNvPr id="9" name="Sub-title">
            <a:extLst>
              <a:ext uri="{FF2B5EF4-FFF2-40B4-BE49-F238E27FC236}">
                <a16:creationId xmlns:a16="http://schemas.microsoft.com/office/drawing/2014/main" id="{CBEDD899-15C4-75D4-0A3B-2F0175E9E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F09F5548-1609-C4A2-2F05-8D7F12D86A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Presentation Title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05EF7A1-5F12-1313-DD7A-AA0A4F47F7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5CC4BFE-D381-37BD-0ABE-CC78AECA1D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68E08A2-2E89-C0E6-20DD-F8338BDF5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6083" y="4365869"/>
            <a:ext cx="2200848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8DEC7-E4F2-8D91-21F4-FBB0A6DD4C1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20B3BF6-2CEF-4040-9A16-C4413AAE41A4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603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B03049EB-81F3-B6B8-15F6-D777C5D47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3833AA-9514-CD71-64BC-809C7D18FF9E}"/>
              </a:ext>
            </a:extLst>
          </p:cNvPr>
          <p:cNvSpPr/>
          <p:nvPr userDrawn="1"/>
        </p:nvSpPr>
        <p:spPr bwMode="auto">
          <a:xfrm>
            <a:off x="0" y="6382264"/>
            <a:ext cx="103680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FB0D0-7131-2D20-7B54-06BECB486EE6}"/>
              </a:ext>
            </a:extLst>
          </p:cNvPr>
          <p:cNvSpPr/>
          <p:nvPr userDrawn="1"/>
        </p:nvSpPr>
        <p:spPr bwMode="auto">
          <a:xfrm>
            <a:off x="8695596" y="-1"/>
            <a:ext cx="3496404" cy="6865435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2D8BED-3A3E-F726-4AD6-58720A016ADE}"/>
              </a:ext>
            </a:extLst>
          </p:cNvPr>
          <p:cNvSpPr/>
          <p:nvPr userDrawn="1"/>
        </p:nvSpPr>
        <p:spPr bwMode="auto">
          <a:xfrm>
            <a:off x="-3684" y="1423852"/>
            <a:ext cx="9783780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Footer_page number">
            <a:extLst>
              <a:ext uri="{FF2B5EF4-FFF2-40B4-BE49-F238E27FC236}">
                <a16:creationId xmlns:a16="http://schemas.microsoft.com/office/drawing/2014/main" id="{8231AACC-E999-D996-A109-2D56794C17FA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6068ED0D-C169-D764-D4E5-00FF8C019698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bg1">
                    <a:lumMod val="50000"/>
                  </a:schemeClr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10" name="Agenda list">
            <a:extLst>
              <a:ext uri="{FF2B5EF4-FFF2-40B4-BE49-F238E27FC236}">
                <a16:creationId xmlns:a16="http://schemas.microsoft.com/office/drawing/2014/main" id="{08A5E0FF-6875-B2D3-C323-9D856EED93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21979" y="1936435"/>
            <a:ext cx="7467672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4008BD-12EF-916C-02EE-85A0233D6D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9532" y="1"/>
            <a:ext cx="6402467" cy="46386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99BC2A82-2D0C-E55D-1C62-4C6B00AD0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980" y="638551"/>
            <a:ext cx="7467670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AE0CFBF-35D0-24B2-A50A-1436A27D62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92FCA-D648-AD3B-A66A-9AED0678AD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946CFE-0FA1-47D3-A6DA-564397AA5BE3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9966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995" y="460552"/>
            <a:ext cx="11025242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995" y="1534474"/>
            <a:ext cx="11025242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9B93C0-98DE-D726-E59A-60E8317A44E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6C4524-13FC-4D74-AD98-651F2E9522E3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41D67F-32EA-1760-3433-3F8D68977BE5}"/>
              </a:ext>
            </a:extLst>
          </p:cNvPr>
          <p:cNvSpPr/>
          <p:nvPr userDrawn="1"/>
        </p:nvSpPr>
        <p:spPr bwMode="auto">
          <a:xfrm>
            <a:off x="3" y="0"/>
            <a:ext cx="12191998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3759F94-F6EF-2D4C-1E67-BB7AE9963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49A4C891-0359-3D02-96B7-5F5A2BC9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F6E082B8-1538-66BB-7996-4343978F1FA9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Footer_copyright">
            <a:extLst>
              <a:ext uri="{FF2B5EF4-FFF2-40B4-BE49-F238E27FC236}">
                <a16:creationId xmlns:a16="http://schemas.microsoft.com/office/drawing/2014/main" id="{294DD9AF-9571-4BA4-9330-EFA2D2520972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tx1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tx1"/>
                </a:solidFill>
              </a:rPr>
              <a:t> </a:t>
            </a:r>
            <a:r>
              <a:rPr lang="en-US" sz="900" kern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A33D41-3631-4D2F-D0C6-93D1BC1EF9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533" y="10522"/>
            <a:ext cx="6402467" cy="4638675"/>
          </a:xfrm>
          <a:prstGeom prst="rect">
            <a:avLst/>
          </a:prstGeom>
        </p:spPr>
      </p:pic>
      <p:sp>
        <p:nvSpPr>
          <p:cNvPr id="10" name="Section title">
            <a:extLst>
              <a:ext uri="{FF2B5EF4-FFF2-40B4-BE49-F238E27FC236}">
                <a16:creationId xmlns:a16="http://schemas.microsoft.com/office/drawing/2014/main" id="{6C1BBABE-3A27-BB2F-6174-D2431C1850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55554-7B7D-4B74-2287-73CA1F2EB49D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22D868F-D03E-1E46-639D-CB21130F4C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054900-FAFD-3AF1-BF41-6FC8C9832A1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F7670C1-6AB9-4C2C-90FF-93D041546C91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1739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3" y="0"/>
            <a:ext cx="12191998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3" y="5133340"/>
            <a:ext cx="12191998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accent2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accent2"/>
                </a:solidFill>
              </a:rPr>
              <a:t> </a:t>
            </a:r>
            <a:r>
              <a:rPr lang="en-US" sz="900" kern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A77D65B-2531-22C9-B7D8-8C4642D937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13302-4650-84E3-4CE1-BB3E18DDC60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E98408F-0A29-4E7C-99A2-3ABD58672168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92127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/>
          <p:nvPr userDrawn="1"/>
        </p:nvSpPr>
        <p:spPr bwMode="auto">
          <a:xfrm>
            <a:off x="3" y="5133340"/>
            <a:ext cx="12191998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tx1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tx1"/>
                </a:solidFill>
              </a:rPr>
              <a:t> </a:t>
            </a:r>
            <a:r>
              <a:rPr lang="en-US" sz="900" kern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9E731651-0051-0899-4BAD-210568B5873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4DC1605-39A1-4E29-83B6-09FC51B603DB}" type="datetimeFigureOut">
              <a:rPr lang="en-US" smtClean="0"/>
              <a:t>11/17/2025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1B58E80-E805-31DB-86C3-CCF64F68A7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3" y="0"/>
            <a:ext cx="12191998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3" y="5133340"/>
            <a:ext cx="12191998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accent2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accent2"/>
                </a:solidFill>
              </a:rPr>
              <a:t> </a:t>
            </a:r>
            <a:r>
              <a:rPr lang="en-US" sz="900" kern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A77D65B-2531-22C9-B7D8-8C4642D937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14F770-7105-B658-777E-3BB1F530FA2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E2266D0-DF42-4D14-B3D9-532C171E576F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92127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/>
          <p:nvPr userDrawn="1"/>
        </p:nvSpPr>
        <p:spPr bwMode="auto">
          <a:xfrm>
            <a:off x="3" y="5133340"/>
            <a:ext cx="12191998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tx1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tx1"/>
                </a:solidFill>
              </a:rPr>
              <a:t> </a:t>
            </a:r>
            <a:r>
              <a:rPr lang="en-US" sz="900" kern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9E731651-0051-0899-4BAD-210568B5873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4DC1605-39A1-4E29-83B6-09FC51B603DB}" type="datetimeFigureOut">
              <a:rPr lang="en-US" smtClean="0"/>
              <a:t>11/17/2025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1B58E80-E805-31DB-86C3-CCF64F68A7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3" y="0"/>
            <a:ext cx="12191998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3" y="5133340"/>
            <a:ext cx="12191998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accent2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accent2"/>
                </a:solidFill>
              </a:rPr>
              <a:t> </a:t>
            </a:r>
            <a:r>
              <a:rPr lang="en-US" sz="900" kern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A77D65B-2531-22C9-B7D8-8C4642D937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5EB40-7631-FCAC-6299-D63388124C7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92C4DAF-3362-4CFA-A7CD-75A0621B671B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92127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/>
          <p:nvPr userDrawn="1"/>
        </p:nvSpPr>
        <p:spPr bwMode="auto">
          <a:xfrm>
            <a:off x="3" y="5133340"/>
            <a:ext cx="12191998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tx1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tx1"/>
                </a:solidFill>
              </a:rPr>
              <a:t> </a:t>
            </a:r>
            <a:r>
              <a:rPr lang="en-US" sz="900" kern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9E731651-0051-0899-4BAD-210568B5873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4DC1605-39A1-4E29-83B6-09FC51B603DB}" type="datetimeFigureOut">
              <a:rPr lang="en-US" smtClean="0"/>
              <a:t>11/17/2025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1B58E80-E805-31DB-86C3-CCF64F68A7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3" y="0"/>
            <a:ext cx="12191998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3" y="5133340"/>
            <a:ext cx="12191998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accent2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accent2"/>
                </a:solidFill>
              </a:rPr>
              <a:t> </a:t>
            </a:r>
            <a:r>
              <a:rPr lang="en-US" sz="900" kern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A77D65B-2531-22C9-B7D8-8C4642D937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933A6-3369-E3AA-2B8E-8C204250C9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F6549B7-357C-4E3A-8379-B8672AC526C9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92127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/>
          <p:nvPr userDrawn="1"/>
        </p:nvSpPr>
        <p:spPr bwMode="auto">
          <a:xfrm>
            <a:off x="3" y="5133340"/>
            <a:ext cx="12191998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tx1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tx1"/>
                </a:solidFill>
              </a:rPr>
              <a:t> </a:t>
            </a:r>
            <a:r>
              <a:rPr lang="en-US" sz="900" kern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9E731651-0051-0899-4BAD-210568B5873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4DC1605-39A1-4E29-83B6-09FC51B603DB}" type="datetimeFigureOut">
              <a:rPr lang="en-US" smtClean="0"/>
              <a:t>11/17/2025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1B58E80-E805-31DB-86C3-CCF64F68A7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3" y="0"/>
            <a:ext cx="12191998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3" y="5133340"/>
            <a:ext cx="12191998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accent2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accent2"/>
                </a:solidFill>
              </a:rPr>
              <a:t> </a:t>
            </a:r>
            <a:r>
              <a:rPr lang="en-US" sz="900" kern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A77D65B-2531-22C9-B7D8-8C4642D937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E3ABA-6EAD-2923-6509-CC1ACBEF78C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C0B2292-359C-42B5-B48B-837C0A6F1289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92127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/>
          <p:nvPr userDrawn="1"/>
        </p:nvSpPr>
        <p:spPr bwMode="auto">
          <a:xfrm>
            <a:off x="3" y="5133340"/>
            <a:ext cx="12191998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tx1"/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tx1"/>
                </a:solidFill>
              </a:rPr>
              <a:t> </a:t>
            </a:r>
            <a:r>
              <a:rPr lang="en-US" sz="900" kern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8238" y="2221617"/>
            <a:ext cx="5306154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/>
          <p:nvPr userDrawn="1"/>
        </p:nvSpPr>
        <p:spPr bwMode="auto">
          <a:xfrm>
            <a:off x="1371957" y="35"/>
            <a:ext cx="138075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978" y="562710"/>
            <a:ext cx="2621933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00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9E731651-0051-0899-4BAD-210568B5873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4DC1605-39A1-4E29-83B6-09FC51B603DB}" type="datetimeFigureOut">
              <a:rPr lang="en-US" smtClean="0"/>
              <a:t>11/17/2025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1B58E80-E805-31DB-86C3-CCF64F68A7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995" y="460552"/>
            <a:ext cx="11040486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994" y="1536192"/>
            <a:ext cx="5121974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2506" y="1536192"/>
            <a:ext cx="5121974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69EC60-4E14-74AC-C7E0-6173185E90A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111B221-CEB2-42FC-84DB-EF6D42CCE1F8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B7032B-51AF-B1AC-CC83-F18FAF5D1B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65D6D44-D0BD-4B88-9EC8-A93ADE9E95C0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73E8F-99E1-0181-43C7-AF0B4DECD6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A0B13BC-37F4-4980-8D07-5D6C83BBF71C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31175" y="1536192"/>
            <a:ext cx="626082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9757" y="4736592"/>
            <a:ext cx="4397134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9949" y="2011681"/>
            <a:ext cx="4564247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994" y="460552"/>
            <a:ext cx="1109618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995" y="1536193"/>
            <a:ext cx="5075330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13828-1681-998E-9E2C-162DFAD7F1D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5138708E-CCE2-4E14-B8EC-C0B611B087A0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8568" y="1"/>
            <a:ext cx="7953433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60643" y="750518"/>
            <a:ext cx="6448594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96" y="1299159"/>
            <a:ext cx="3373044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summary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1517-E776-1FA2-F08D-E254F3A1606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7BF4A9A-6758-4C81-A610-6C88E907588D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E30C9EC5-65C8-E1B1-417F-18F9D98A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223F5-4E61-E84F-132E-5F598DF85707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A2725F-6E14-F85D-4EE0-8751C35AA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6FD4F5-9F97-88BD-7FBB-78CCF61B54E3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ub-title">
            <a:extLst>
              <a:ext uri="{FF2B5EF4-FFF2-40B4-BE49-F238E27FC236}">
                <a16:creationId xmlns:a16="http://schemas.microsoft.com/office/drawing/2014/main" id="{94AA2F78-6495-ABED-5424-D9937A4571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26C8364E-BE0A-85C0-99AD-E93EC3FCBF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Thank you!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EF1F247-8156-EDAE-6B29-EB8D5A9568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8F052CF-7374-B995-2E76-536A2ED6B2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1B4FB-7B6C-713F-7F2A-47A03FC112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70BC98-673F-4979-B7C6-65AB955E49BE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2035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E30C9EC5-65C8-E1B1-417F-18F9D98A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223F5-4E61-E84F-132E-5F598DF85707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A2725F-6E14-F85D-4EE0-8751C35AA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6FD4F5-9F97-88BD-7FBB-78CCF61B54E3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ub-title">
            <a:extLst>
              <a:ext uri="{FF2B5EF4-FFF2-40B4-BE49-F238E27FC236}">
                <a16:creationId xmlns:a16="http://schemas.microsoft.com/office/drawing/2014/main" id="{94AA2F78-6495-ABED-5424-D9937A4571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26C8364E-BE0A-85C0-99AD-E93EC3FCBF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Thank you!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EF1F247-8156-EDAE-6B29-EB8D5A9568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8F052CF-7374-B995-2E76-536A2ED6B2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47DCA2-DF73-6275-305A-C08B7E296E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C41A99E-587F-42DE-B78A-C9761898CAC3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20350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E30C9EC5-65C8-E1B1-417F-18F9D98A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223F5-4E61-E84F-132E-5F598DF85707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A2725F-6E14-F85D-4EE0-8751C35AA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6FD4F5-9F97-88BD-7FBB-78CCF61B54E3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ub-title">
            <a:extLst>
              <a:ext uri="{FF2B5EF4-FFF2-40B4-BE49-F238E27FC236}">
                <a16:creationId xmlns:a16="http://schemas.microsoft.com/office/drawing/2014/main" id="{94AA2F78-6495-ABED-5424-D9937A4571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26C8364E-BE0A-85C0-99AD-E93EC3FCBF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Thank you!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EF1F247-8156-EDAE-6B29-EB8D5A9568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8F052CF-7374-B995-2E76-536A2ED6B2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6DDD4-7A28-56A5-30F9-34B660942B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8219B83-9A9A-4D06-A4EC-079E70D424B8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20350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E30C9EC5-65C8-E1B1-417F-18F9D98A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223F5-4E61-E84F-132E-5F598DF85707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A2725F-6E14-F85D-4EE0-8751C35AA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6FD4F5-9F97-88BD-7FBB-78CCF61B54E3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ub-title">
            <a:extLst>
              <a:ext uri="{FF2B5EF4-FFF2-40B4-BE49-F238E27FC236}">
                <a16:creationId xmlns:a16="http://schemas.microsoft.com/office/drawing/2014/main" id="{94AA2F78-6495-ABED-5424-D9937A4571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26C8364E-BE0A-85C0-99AD-E93EC3FCBF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Thank you!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EF1F247-8156-EDAE-6B29-EB8D5A9568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8F052CF-7374-B995-2E76-536A2ED6B2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96EAF-9193-43B7-660B-B180361FD3F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ED26ED-9BA0-4D7F-893F-E37B0E67963B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20350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E30C9EC5-65C8-E1B1-417F-18F9D98A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223F5-4E61-E84F-132E-5F598DF85707}"/>
              </a:ext>
            </a:extLst>
          </p:cNvPr>
          <p:cNvSpPr/>
          <p:nvPr userDrawn="1"/>
        </p:nvSpPr>
        <p:spPr bwMode="auto">
          <a:xfrm>
            <a:off x="0" y="-20250"/>
            <a:ext cx="12192127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A2725F-6E14-F85D-4EE0-8751C35AA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610" y="-17056"/>
            <a:ext cx="6952388" cy="579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6FD4F5-9F97-88BD-7FBB-78CCF61B54E3}"/>
              </a:ext>
            </a:extLst>
          </p:cNvPr>
          <p:cNvSpPr/>
          <p:nvPr userDrawn="1"/>
        </p:nvSpPr>
        <p:spPr bwMode="auto">
          <a:xfrm>
            <a:off x="3" y="5144322"/>
            <a:ext cx="12191998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sp>
        <p:nvSpPr>
          <p:cNvPr id="8" name="Sub-title">
            <a:extLst>
              <a:ext uri="{FF2B5EF4-FFF2-40B4-BE49-F238E27FC236}">
                <a16:creationId xmlns:a16="http://schemas.microsoft.com/office/drawing/2014/main" id="{94AA2F78-6495-ABED-5424-D9937A4571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6082" y="3095722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26C8364E-BE0A-85C0-99AD-E93EC3FCBF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6083" y="1823170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Thank you!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EF1F247-8156-EDAE-6B29-EB8D5A9568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650" y="554965"/>
            <a:ext cx="2286595" cy="47988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8F052CF-7374-B995-2E76-536A2ED6B2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6435" y="5782431"/>
            <a:ext cx="2747837" cy="11727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F8970-7B23-0705-2E4E-9462024FC87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7D1124E-0F9B-498B-B658-C2410D2EDC1E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20350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5"/>
            <a:ext cx="12191997" cy="68579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47" y="788980"/>
            <a:ext cx="2972580" cy="633904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peaker name and date"/>
          <p:cNvSpPr>
            <a:spLocks noGrp="1"/>
          </p:cNvSpPr>
          <p:nvPr>
            <p:ph type="subTitle" idx="1" hasCustomPrompt="1"/>
          </p:nvPr>
        </p:nvSpPr>
        <p:spPr>
          <a:xfrm>
            <a:off x="926901" y="4870699"/>
            <a:ext cx="5806501" cy="692595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 | Speaker Title</a:t>
            </a:r>
          </a:p>
          <a:p>
            <a:r>
              <a:rPr lang="en-US"/>
              <a:t>Date</a:t>
            </a:r>
          </a:p>
        </p:txBody>
      </p:sp>
      <p:sp>
        <p:nvSpPr>
          <p:cNvPr id="14" name="Sub-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917518" y="3429893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912828" y="2188609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all" baseline="0" dirty="0" smtClean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PRESENTATION TITLE</a:t>
            </a:r>
          </a:p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endParaRPr lang="en-US" ker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>
          <a:xfrm>
            <a:off x="-3048794" y="6356351"/>
            <a:ext cx="2843954" cy="365125"/>
          </a:xfrm>
        </p:spPr>
        <p:txBody>
          <a:bodyPr/>
          <a:lstStyle/>
          <a:p>
            <a:fld id="{285138E8-3F3E-4DC5-A5FA-50868B94627A}" type="datetimeFigureOut">
              <a:rPr lang="en-US" smtClean="0"/>
              <a:t>11/17/2025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570" y="5911030"/>
            <a:ext cx="2743915" cy="14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23648"/>
      </p:ext>
    </p:extLst>
  </p:cSld>
  <p:clrMapOvr>
    <a:masterClrMapping/>
  </p:clrMapOvr>
  <p:transition>
    <p:fade/>
  </p:transition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51" y="745202"/>
            <a:ext cx="2980666" cy="6458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"/>
            <a:ext cx="12191999" cy="68579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" y="745202"/>
            <a:ext cx="2882638" cy="642814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peaker name and date"/>
          <p:cNvSpPr>
            <a:spLocks noGrp="1"/>
          </p:cNvSpPr>
          <p:nvPr>
            <p:ph type="subTitle" idx="1" hasCustomPrompt="1"/>
          </p:nvPr>
        </p:nvSpPr>
        <p:spPr>
          <a:xfrm>
            <a:off x="926901" y="4870699"/>
            <a:ext cx="5806501" cy="692595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 | Speaker Title</a:t>
            </a:r>
          </a:p>
          <a:p>
            <a:r>
              <a:rPr lang="en-US"/>
              <a:t>Date</a:t>
            </a:r>
          </a:p>
        </p:txBody>
      </p:sp>
      <p:sp>
        <p:nvSpPr>
          <p:cNvPr id="14" name="Sub-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917518" y="3429893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>
          <a:xfrm>
            <a:off x="-3048794" y="6356351"/>
            <a:ext cx="2843954" cy="365125"/>
          </a:xfrm>
        </p:spPr>
        <p:txBody>
          <a:bodyPr/>
          <a:lstStyle/>
          <a:p>
            <a:fld id="{285138E8-3F3E-4DC5-A5FA-50868B94627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" name="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912828" y="2188609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all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PRESENTATION TITLE</a:t>
            </a:r>
          </a:p>
        </p:txBody>
      </p:sp>
      <p:grpSp>
        <p:nvGrpSpPr>
          <p:cNvPr id="11" name="Group 4"/>
          <p:cNvGrpSpPr>
            <a:grpSpLocks noChangeAspect="1"/>
          </p:cNvGrpSpPr>
          <p:nvPr/>
        </p:nvGrpSpPr>
        <p:grpSpPr bwMode="auto">
          <a:xfrm>
            <a:off x="9087848" y="6195478"/>
            <a:ext cx="2743915" cy="141940"/>
            <a:chOff x="4101" y="3702"/>
            <a:chExt cx="2783" cy="144"/>
          </a:xfrm>
        </p:grpSpPr>
        <p:sp>
          <p:nvSpPr>
            <p:cNvPr id="12" name="AutoShape 3"/>
            <p:cNvSpPr>
              <a:spLocks noChangeAspect="1" noChangeArrowheads="1" noTextEdit="1"/>
            </p:cNvSpPr>
            <p:nvPr/>
          </p:nvSpPr>
          <p:spPr bwMode="auto">
            <a:xfrm>
              <a:off x="4101" y="3702"/>
              <a:ext cx="278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4101" y="3704"/>
              <a:ext cx="77" cy="140"/>
            </a:xfrm>
            <a:custGeom>
              <a:avLst/>
              <a:gdLst>
                <a:gd name="T0" fmla="*/ 50 w 77"/>
                <a:gd name="T1" fmla="*/ 85 h 140"/>
                <a:gd name="T2" fmla="*/ 50 w 77"/>
                <a:gd name="T3" fmla="*/ 140 h 140"/>
                <a:gd name="T4" fmla="*/ 27 w 77"/>
                <a:gd name="T5" fmla="*/ 140 h 140"/>
                <a:gd name="T6" fmla="*/ 27 w 77"/>
                <a:gd name="T7" fmla="*/ 85 h 140"/>
                <a:gd name="T8" fmla="*/ 0 w 77"/>
                <a:gd name="T9" fmla="*/ 0 h 140"/>
                <a:gd name="T10" fmla="*/ 25 w 77"/>
                <a:gd name="T11" fmla="*/ 0 h 140"/>
                <a:gd name="T12" fmla="*/ 39 w 77"/>
                <a:gd name="T13" fmla="*/ 55 h 140"/>
                <a:gd name="T14" fmla="*/ 53 w 77"/>
                <a:gd name="T15" fmla="*/ 0 h 140"/>
                <a:gd name="T16" fmla="*/ 77 w 77"/>
                <a:gd name="T17" fmla="*/ 0 h 140"/>
                <a:gd name="T18" fmla="*/ 50 w 77"/>
                <a:gd name="T19" fmla="*/ 85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140">
                  <a:moveTo>
                    <a:pt x="50" y="85"/>
                  </a:moveTo>
                  <a:lnTo>
                    <a:pt x="50" y="140"/>
                  </a:lnTo>
                  <a:lnTo>
                    <a:pt x="27" y="140"/>
                  </a:lnTo>
                  <a:lnTo>
                    <a:pt x="27" y="85"/>
                  </a:lnTo>
                  <a:lnTo>
                    <a:pt x="0" y="0"/>
                  </a:lnTo>
                  <a:lnTo>
                    <a:pt x="25" y="0"/>
                  </a:lnTo>
                  <a:lnTo>
                    <a:pt x="39" y="55"/>
                  </a:lnTo>
                  <a:lnTo>
                    <a:pt x="53" y="0"/>
                  </a:lnTo>
                  <a:lnTo>
                    <a:pt x="77" y="0"/>
                  </a:lnTo>
                  <a:lnTo>
                    <a:pt x="50" y="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6" name="Freeform 6"/>
            <p:cNvSpPr>
              <a:spLocks noEditPoints="1"/>
            </p:cNvSpPr>
            <p:nvPr/>
          </p:nvSpPr>
          <p:spPr bwMode="auto">
            <a:xfrm>
              <a:off x="4204" y="3702"/>
              <a:ext cx="75" cy="144"/>
            </a:xfrm>
            <a:custGeom>
              <a:avLst/>
              <a:gdLst>
                <a:gd name="T0" fmla="*/ 243 w 486"/>
                <a:gd name="T1" fmla="*/ 932 h 932"/>
                <a:gd name="T2" fmla="*/ 137 w 486"/>
                <a:gd name="T3" fmla="*/ 909 h 932"/>
                <a:gd name="T4" fmla="*/ 66 w 486"/>
                <a:gd name="T5" fmla="*/ 854 h 932"/>
                <a:gd name="T6" fmla="*/ 31 w 486"/>
                <a:gd name="T7" fmla="*/ 793 h 932"/>
                <a:gd name="T8" fmla="*/ 11 w 486"/>
                <a:gd name="T9" fmla="*/ 713 h 932"/>
                <a:gd name="T10" fmla="*/ 2 w 486"/>
                <a:gd name="T11" fmla="*/ 607 h 932"/>
                <a:gd name="T12" fmla="*/ 0 w 486"/>
                <a:gd name="T13" fmla="*/ 466 h 932"/>
                <a:gd name="T14" fmla="*/ 2 w 486"/>
                <a:gd name="T15" fmla="*/ 325 h 932"/>
                <a:gd name="T16" fmla="*/ 11 w 486"/>
                <a:gd name="T17" fmla="*/ 218 h 932"/>
                <a:gd name="T18" fmla="*/ 31 w 486"/>
                <a:gd name="T19" fmla="*/ 139 h 932"/>
                <a:gd name="T20" fmla="*/ 66 w 486"/>
                <a:gd name="T21" fmla="*/ 78 h 932"/>
                <a:gd name="T22" fmla="*/ 137 w 486"/>
                <a:gd name="T23" fmla="*/ 23 h 932"/>
                <a:gd name="T24" fmla="*/ 243 w 486"/>
                <a:gd name="T25" fmla="*/ 0 h 932"/>
                <a:gd name="T26" fmla="*/ 349 w 486"/>
                <a:gd name="T27" fmla="*/ 23 h 932"/>
                <a:gd name="T28" fmla="*/ 420 w 486"/>
                <a:gd name="T29" fmla="*/ 78 h 932"/>
                <a:gd name="T30" fmla="*/ 456 w 486"/>
                <a:gd name="T31" fmla="*/ 138 h 932"/>
                <a:gd name="T32" fmla="*/ 476 w 486"/>
                <a:gd name="T33" fmla="*/ 218 h 932"/>
                <a:gd name="T34" fmla="*/ 484 w 486"/>
                <a:gd name="T35" fmla="*/ 325 h 932"/>
                <a:gd name="T36" fmla="*/ 486 w 486"/>
                <a:gd name="T37" fmla="*/ 466 h 932"/>
                <a:gd name="T38" fmla="*/ 484 w 486"/>
                <a:gd name="T39" fmla="*/ 607 h 932"/>
                <a:gd name="T40" fmla="*/ 476 w 486"/>
                <a:gd name="T41" fmla="*/ 714 h 932"/>
                <a:gd name="T42" fmla="*/ 456 w 486"/>
                <a:gd name="T43" fmla="*/ 793 h 932"/>
                <a:gd name="T44" fmla="*/ 420 w 486"/>
                <a:gd name="T45" fmla="*/ 854 h 932"/>
                <a:gd name="T46" fmla="*/ 349 w 486"/>
                <a:gd name="T47" fmla="*/ 909 h 932"/>
                <a:gd name="T48" fmla="*/ 243 w 486"/>
                <a:gd name="T49" fmla="*/ 932 h 932"/>
                <a:gd name="T50" fmla="*/ 243 w 486"/>
                <a:gd name="T51" fmla="*/ 802 h 932"/>
                <a:gd name="T52" fmla="*/ 285 w 486"/>
                <a:gd name="T53" fmla="*/ 793 h 932"/>
                <a:gd name="T54" fmla="*/ 312 w 486"/>
                <a:gd name="T55" fmla="*/ 768 h 932"/>
                <a:gd name="T56" fmla="*/ 338 w 486"/>
                <a:gd name="T57" fmla="*/ 663 h 932"/>
                <a:gd name="T58" fmla="*/ 343 w 486"/>
                <a:gd name="T59" fmla="*/ 466 h 932"/>
                <a:gd name="T60" fmla="*/ 338 w 486"/>
                <a:gd name="T61" fmla="*/ 269 h 932"/>
                <a:gd name="T62" fmla="*/ 312 w 486"/>
                <a:gd name="T63" fmla="*/ 164 h 932"/>
                <a:gd name="T64" fmla="*/ 285 w 486"/>
                <a:gd name="T65" fmla="*/ 139 h 932"/>
                <a:gd name="T66" fmla="*/ 243 w 486"/>
                <a:gd name="T67" fmla="*/ 130 h 932"/>
                <a:gd name="T68" fmla="*/ 201 w 486"/>
                <a:gd name="T69" fmla="*/ 139 h 932"/>
                <a:gd name="T70" fmla="*/ 175 w 486"/>
                <a:gd name="T71" fmla="*/ 164 h 932"/>
                <a:gd name="T72" fmla="*/ 149 w 486"/>
                <a:gd name="T73" fmla="*/ 269 h 932"/>
                <a:gd name="T74" fmla="*/ 143 w 486"/>
                <a:gd name="T75" fmla="*/ 466 h 932"/>
                <a:gd name="T76" fmla="*/ 149 w 486"/>
                <a:gd name="T77" fmla="*/ 663 h 932"/>
                <a:gd name="T78" fmla="*/ 175 w 486"/>
                <a:gd name="T79" fmla="*/ 768 h 932"/>
                <a:gd name="T80" fmla="*/ 201 w 486"/>
                <a:gd name="T81" fmla="*/ 793 h 932"/>
                <a:gd name="T82" fmla="*/ 243 w 486"/>
                <a:gd name="T83" fmla="*/ 80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86" h="932">
                  <a:moveTo>
                    <a:pt x="243" y="932"/>
                  </a:moveTo>
                  <a:cubicBezTo>
                    <a:pt x="200" y="932"/>
                    <a:pt x="165" y="924"/>
                    <a:pt x="137" y="909"/>
                  </a:cubicBezTo>
                  <a:cubicBezTo>
                    <a:pt x="109" y="894"/>
                    <a:pt x="85" y="876"/>
                    <a:pt x="66" y="854"/>
                  </a:cubicBezTo>
                  <a:cubicBezTo>
                    <a:pt x="51" y="836"/>
                    <a:pt x="39" y="815"/>
                    <a:pt x="31" y="793"/>
                  </a:cubicBezTo>
                  <a:cubicBezTo>
                    <a:pt x="22" y="770"/>
                    <a:pt x="16" y="744"/>
                    <a:pt x="11" y="713"/>
                  </a:cubicBezTo>
                  <a:cubicBezTo>
                    <a:pt x="6" y="683"/>
                    <a:pt x="3" y="648"/>
                    <a:pt x="2" y="607"/>
                  </a:cubicBezTo>
                  <a:cubicBezTo>
                    <a:pt x="1" y="567"/>
                    <a:pt x="0" y="520"/>
                    <a:pt x="0" y="466"/>
                  </a:cubicBezTo>
                  <a:cubicBezTo>
                    <a:pt x="0" y="412"/>
                    <a:pt x="1" y="365"/>
                    <a:pt x="2" y="325"/>
                  </a:cubicBezTo>
                  <a:cubicBezTo>
                    <a:pt x="3" y="284"/>
                    <a:pt x="6" y="249"/>
                    <a:pt x="11" y="218"/>
                  </a:cubicBezTo>
                  <a:cubicBezTo>
                    <a:pt x="16" y="188"/>
                    <a:pt x="22" y="162"/>
                    <a:pt x="31" y="139"/>
                  </a:cubicBezTo>
                  <a:cubicBezTo>
                    <a:pt x="39" y="117"/>
                    <a:pt x="51" y="96"/>
                    <a:pt x="66" y="78"/>
                  </a:cubicBezTo>
                  <a:cubicBezTo>
                    <a:pt x="85" y="56"/>
                    <a:pt x="109" y="38"/>
                    <a:pt x="137" y="23"/>
                  </a:cubicBezTo>
                  <a:cubicBezTo>
                    <a:pt x="165" y="8"/>
                    <a:pt x="200" y="0"/>
                    <a:pt x="243" y="0"/>
                  </a:cubicBezTo>
                  <a:cubicBezTo>
                    <a:pt x="286" y="0"/>
                    <a:pt x="321" y="8"/>
                    <a:pt x="349" y="23"/>
                  </a:cubicBezTo>
                  <a:cubicBezTo>
                    <a:pt x="377" y="38"/>
                    <a:pt x="401" y="56"/>
                    <a:pt x="420" y="78"/>
                  </a:cubicBezTo>
                  <a:cubicBezTo>
                    <a:pt x="435" y="96"/>
                    <a:pt x="447" y="116"/>
                    <a:pt x="456" y="138"/>
                  </a:cubicBezTo>
                  <a:cubicBezTo>
                    <a:pt x="465" y="161"/>
                    <a:pt x="472" y="187"/>
                    <a:pt x="476" y="218"/>
                  </a:cubicBezTo>
                  <a:cubicBezTo>
                    <a:pt x="480" y="248"/>
                    <a:pt x="483" y="284"/>
                    <a:pt x="484" y="325"/>
                  </a:cubicBezTo>
                  <a:cubicBezTo>
                    <a:pt x="485" y="365"/>
                    <a:pt x="486" y="412"/>
                    <a:pt x="486" y="466"/>
                  </a:cubicBezTo>
                  <a:cubicBezTo>
                    <a:pt x="486" y="520"/>
                    <a:pt x="485" y="567"/>
                    <a:pt x="484" y="607"/>
                  </a:cubicBezTo>
                  <a:cubicBezTo>
                    <a:pt x="483" y="648"/>
                    <a:pt x="480" y="683"/>
                    <a:pt x="476" y="714"/>
                  </a:cubicBezTo>
                  <a:cubicBezTo>
                    <a:pt x="472" y="745"/>
                    <a:pt x="465" y="771"/>
                    <a:pt x="456" y="793"/>
                  </a:cubicBezTo>
                  <a:cubicBezTo>
                    <a:pt x="447" y="816"/>
                    <a:pt x="435" y="836"/>
                    <a:pt x="420" y="854"/>
                  </a:cubicBezTo>
                  <a:cubicBezTo>
                    <a:pt x="401" y="876"/>
                    <a:pt x="377" y="894"/>
                    <a:pt x="349" y="909"/>
                  </a:cubicBezTo>
                  <a:cubicBezTo>
                    <a:pt x="321" y="924"/>
                    <a:pt x="286" y="932"/>
                    <a:pt x="243" y="932"/>
                  </a:cubicBezTo>
                  <a:close/>
                  <a:moveTo>
                    <a:pt x="243" y="802"/>
                  </a:moveTo>
                  <a:cubicBezTo>
                    <a:pt x="260" y="802"/>
                    <a:pt x="274" y="799"/>
                    <a:pt x="285" y="793"/>
                  </a:cubicBezTo>
                  <a:cubicBezTo>
                    <a:pt x="296" y="786"/>
                    <a:pt x="305" y="778"/>
                    <a:pt x="312" y="768"/>
                  </a:cubicBezTo>
                  <a:cubicBezTo>
                    <a:pt x="326" y="746"/>
                    <a:pt x="334" y="711"/>
                    <a:pt x="338" y="663"/>
                  </a:cubicBezTo>
                  <a:cubicBezTo>
                    <a:pt x="341" y="615"/>
                    <a:pt x="343" y="550"/>
                    <a:pt x="343" y="466"/>
                  </a:cubicBezTo>
                  <a:cubicBezTo>
                    <a:pt x="343" y="382"/>
                    <a:pt x="341" y="317"/>
                    <a:pt x="338" y="269"/>
                  </a:cubicBezTo>
                  <a:cubicBezTo>
                    <a:pt x="334" y="221"/>
                    <a:pt x="326" y="186"/>
                    <a:pt x="312" y="164"/>
                  </a:cubicBezTo>
                  <a:cubicBezTo>
                    <a:pt x="305" y="154"/>
                    <a:pt x="296" y="146"/>
                    <a:pt x="285" y="139"/>
                  </a:cubicBezTo>
                  <a:cubicBezTo>
                    <a:pt x="274" y="133"/>
                    <a:pt x="260" y="130"/>
                    <a:pt x="243" y="130"/>
                  </a:cubicBezTo>
                  <a:cubicBezTo>
                    <a:pt x="226" y="130"/>
                    <a:pt x="212" y="133"/>
                    <a:pt x="201" y="139"/>
                  </a:cubicBezTo>
                  <a:cubicBezTo>
                    <a:pt x="191" y="146"/>
                    <a:pt x="182" y="154"/>
                    <a:pt x="175" y="164"/>
                  </a:cubicBezTo>
                  <a:cubicBezTo>
                    <a:pt x="162" y="186"/>
                    <a:pt x="153" y="221"/>
                    <a:pt x="149" y="269"/>
                  </a:cubicBezTo>
                  <a:cubicBezTo>
                    <a:pt x="145" y="317"/>
                    <a:pt x="143" y="382"/>
                    <a:pt x="143" y="466"/>
                  </a:cubicBezTo>
                  <a:cubicBezTo>
                    <a:pt x="143" y="550"/>
                    <a:pt x="145" y="615"/>
                    <a:pt x="149" y="663"/>
                  </a:cubicBezTo>
                  <a:cubicBezTo>
                    <a:pt x="153" y="711"/>
                    <a:pt x="162" y="746"/>
                    <a:pt x="175" y="768"/>
                  </a:cubicBezTo>
                  <a:cubicBezTo>
                    <a:pt x="182" y="778"/>
                    <a:pt x="191" y="786"/>
                    <a:pt x="201" y="793"/>
                  </a:cubicBezTo>
                  <a:cubicBezTo>
                    <a:pt x="212" y="799"/>
                    <a:pt x="226" y="802"/>
                    <a:pt x="243" y="80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7" name="Freeform 7"/>
            <p:cNvSpPr>
              <a:spLocks/>
            </p:cNvSpPr>
            <p:nvPr/>
          </p:nvSpPr>
          <p:spPr bwMode="auto">
            <a:xfrm>
              <a:off x="4318" y="3704"/>
              <a:ext cx="71" cy="142"/>
            </a:xfrm>
            <a:custGeom>
              <a:avLst/>
              <a:gdLst>
                <a:gd name="T0" fmla="*/ 464 w 464"/>
                <a:gd name="T1" fmla="*/ 685 h 921"/>
                <a:gd name="T2" fmla="*/ 401 w 464"/>
                <a:gd name="T3" fmla="*/ 853 h 921"/>
                <a:gd name="T4" fmla="*/ 232 w 464"/>
                <a:gd name="T5" fmla="*/ 921 h 921"/>
                <a:gd name="T6" fmla="*/ 62 w 464"/>
                <a:gd name="T7" fmla="*/ 853 h 921"/>
                <a:gd name="T8" fmla="*/ 0 w 464"/>
                <a:gd name="T9" fmla="*/ 685 h 921"/>
                <a:gd name="T10" fmla="*/ 0 w 464"/>
                <a:gd name="T11" fmla="*/ 0 h 921"/>
                <a:gd name="T12" fmla="*/ 143 w 464"/>
                <a:gd name="T13" fmla="*/ 0 h 921"/>
                <a:gd name="T14" fmla="*/ 143 w 464"/>
                <a:gd name="T15" fmla="*/ 680 h 921"/>
                <a:gd name="T16" fmla="*/ 166 w 464"/>
                <a:gd name="T17" fmla="*/ 765 h 921"/>
                <a:gd name="T18" fmla="*/ 232 w 464"/>
                <a:gd name="T19" fmla="*/ 791 h 921"/>
                <a:gd name="T20" fmla="*/ 298 w 464"/>
                <a:gd name="T21" fmla="*/ 765 h 921"/>
                <a:gd name="T22" fmla="*/ 321 w 464"/>
                <a:gd name="T23" fmla="*/ 680 h 921"/>
                <a:gd name="T24" fmla="*/ 321 w 464"/>
                <a:gd name="T25" fmla="*/ 0 h 921"/>
                <a:gd name="T26" fmla="*/ 464 w 464"/>
                <a:gd name="T27" fmla="*/ 0 h 921"/>
                <a:gd name="T28" fmla="*/ 464 w 464"/>
                <a:gd name="T29" fmla="*/ 685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4" h="921">
                  <a:moveTo>
                    <a:pt x="464" y="685"/>
                  </a:moveTo>
                  <a:cubicBezTo>
                    <a:pt x="464" y="755"/>
                    <a:pt x="443" y="811"/>
                    <a:pt x="401" y="853"/>
                  </a:cubicBezTo>
                  <a:cubicBezTo>
                    <a:pt x="358" y="898"/>
                    <a:pt x="301" y="921"/>
                    <a:pt x="232" y="921"/>
                  </a:cubicBezTo>
                  <a:cubicBezTo>
                    <a:pt x="162" y="921"/>
                    <a:pt x="106" y="898"/>
                    <a:pt x="62" y="853"/>
                  </a:cubicBezTo>
                  <a:cubicBezTo>
                    <a:pt x="20" y="811"/>
                    <a:pt x="0" y="755"/>
                    <a:pt x="0" y="6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680"/>
                    <a:pt x="143" y="680"/>
                    <a:pt x="143" y="680"/>
                  </a:cubicBezTo>
                  <a:cubicBezTo>
                    <a:pt x="143" y="718"/>
                    <a:pt x="150" y="747"/>
                    <a:pt x="166" y="765"/>
                  </a:cubicBezTo>
                  <a:cubicBezTo>
                    <a:pt x="181" y="782"/>
                    <a:pt x="203" y="791"/>
                    <a:pt x="232" y="791"/>
                  </a:cubicBezTo>
                  <a:cubicBezTo>
                    <a:pt x="260" y="791"/>
                    <a:pt x="282" y="782"/>
                    <a:pt x="298" y="765"/>
                  </a:cubicBezTo>
                  <a:cubicBezTo>
                    <a:pt x="313" y="747"/>
                    <a:pt x="321" y="718"/>
                    <a:pt x="321" y="68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464" y="0"/>
                    <a:pt x="464" y="0"/>
                    <a:pt x="464" y="0"/>
                  </a:cubicBezTo>
                  <a:lnTo>
                    <a:pt x="464" y="6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auto">
            <a:xfrm>
              <a:off x="4487" y="3704"/>
              <a:ext cx="73" cy="140"/>
            </a:xfrm>
            <a:custGeom>
              <a:avLst/>
              <a:gdLst>
                <a:gd name="T0" fmla="*/ 231 w 474"/>
                <a:gd name="T1" fmla="*/ 0 h 910"/>
                <a:gd name="T2" fmla="*/ 338 w 474"/>
                <a:gd name="T3" fmla="*/ 21 h 910"/>
                <a:gd name="T4" fmla="*/ 408 w 474"/>
                <a:gd name="T5" fmla="*/ 75 h 910"/>
                <a:gd name="T6" fmla="*/ 444 w 474"/>
                <a:gd name="T7" fmla="*/ 133 h 910"/>
                <a:gd name="T8" fmla="*/ 464 w 474"/>
                <a:gd name="T9" fmla="*/ 211 h 910"/>
                <a:gd name="T10" fmla="*/ 472 w 474"/>
                <a:gd name="T11" fmla="*/ 316 h 910"/>
                <a:gd name="T12" fmla="*/ 474 w 474"/>
                <a:gd name="T13" fmla="*/ 454 h 910"/>
                <a:gd name="T14" fmla="*/ 472 w 474"/>
                <a:gd name="T15" fmla="*/ 592 h 910"/>
                <a:gd name="T16" fmla="*/ 464 w 474"/>
                <a:gd name="T17" fmla="*/ 697 h 910"/>
                <a:gd name="T18" fmla="*/ 444 w 474"/>
                <a:gd name="T19" fmla="*/ 776 h 910"/>
                <a:gd name="T20" fmla="*/ 408 w 474"/>
                <a:gd name="T21" fmla="*/ 835 h 910"/>
                <a:gd name="T22" fmla="*/ 338 w 474"/>
                <a:gd name="T23" fmla="*/ 889 h 910"/>
                <a:gd name="T24" fmla="*/ 231 w 474"/>
                <a:gd name="T25" fmla="*/ 910 h 910"/>
                <a:gd name="T26" fmla="*/ 0 w 474"/>
                <a:gd name="T27" fmla="*/ 910 h 910"/>
                <a:gd name="T28" fmla="*/ 0 w 474"/>
                <a:gd name="T29" fmla="*/ 0 h 910"/>
                <a:gd name="T30" fmla="*/ 231 w 474"/>
                <a:gd name="T31" fmla="*/ 0 h 910"/>
                <a:gd name="T32" fmla="*/ 143 w 474"/>
                <a:gd name="T33" fmla="*/ 129 h 910"/>
                <a:gd name="T34" fmla="*/ 143 w 474"/>
                <a:gd name="T35" fmla="*/ 781 h 910"/>
                <a:gd name="T36" fmla="*/ 227 w 474"/>
                <a:gd name="T37" fmla="*/ 781 h 910"/>
                <a:gd name="T38" fmla="*/ 271 w 474"/>
                <a:gd name="T39" fmla="*/ 771 h 910"/>
                <a:gd name="T40" fmla="*/ 300 w 474"/>
                <a:gd name="T41" fmla="*/ 744 h 910"/>
                <a:gd name="T42" fmla="*/ 326 w 474"/>
                <a:gd name="T43" fmla="*/ 643 h 910"/>
                <a:gd name="T44" fmla="*/ 331 w 474"/>
                <a:gd name="T45" fmla="*/ 454 h 910"/>
                <a:gd name="T46" fmla="*/ 326 w 474"/>
                <a:gd name="T47" fmla="*/ 266 h 910"/>
                <a:gd name="T48" fmla="*/ 300 w 474"/>
                <a:gd name="T49" fmla="*/ 166 h 910"/>
                <a:gd name="T50" fmla="*/ 271 w 474"/>
                <a:gd name="T51" fmla="*/ 139 h 910"/>
                <a:gd name="T52" fmla="*/ 227 w 474"/>
                <a:gd name="T53" fmla="*/ 129 h 910"/>
                <a:gd name="T54" fmla="*/ 143 w 474"/>
                <a:gd name="T55" fmla="*/ 129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74" h="910">
                  <a:moveTo>
                    <a:pt x="231" y="0"/>
                  </a:moveTo>
                  <a:cubicBezTo>
                    <a:pt x="275" y="0"/>
                    <a:pt x="310" y="7"/>
                    <a:pt x="338" y="21"/>
                  </a:cubicBezTo>
                  <a:cubicBezTo>
                    <a:pt x="366" y="36"/>
                    <a:pt x="389" y="54"/>
                    <a:pt x="408" y="75"/>
                  </a:cubicBezTo>
                  <a:cubicBezTo>
                    <a:pt x="423" y="92"/>
                    <a:pt x="435" y="111"/>
                    <a:pt x="444" y="133"/>
                  </a:cubicBezTo>
                  <a:cubicBezTo>
                    <a:pt x="453" y="155"/>
                    <a:pt x="460" y="181"/>
                    <a:pt x="464" y="211"/>
                  </a:cubicBezTo>
                  <a:cubicBezTo>
                    <a:pt x="468" y="242"/>
                    <a:pt x="471" y="277"/>
                    <a:pt x="472" y="316"/>
                  </a:cubicBezTo>
                  <a:cubicBezTo>
                    <a:pt x="474" y="356"/>
                    <a:pt x="474" y="402"/>
                    <a:pt x="474" y="454"/>
                  </a:cubicBezTo>
                  <a:cubicBezTo>
                    <a:pt x="474" y="507"/>
                    <a:pt x="474" y="553"/>
                    <a:pt x="472" y="592"/>
                  </a:cubicBezTo>
                  <a:cubicBezTo>
                    <a:pt x="471" y="632"/>
                    <a:pt x="468" y="667"/>
                    <a:pt x="464" y="697"/>
                  </a:cubicBezTo>
                  <a:cubicBezTo>
                    <a:pt x="460" y="728"/>
                    <a:pt x="453" y="754"/>
                    <a:pt x="444" y="776"/>
                  </a:cubicBezTo>
                  <a:cubicBezTo>
                    <a:pt x="435" y="798"/>
                    <a:pt x="423" y="818"/>
                    <a:pt x="408" y="835"/>
                  </a:cubicBezTo>
                  <a:cubicBezTo>
                    <a:pt x="389" y="856"/>
                    <a:pt x="366" y="874"/>
                    <a:pt x="338" y="889"/>
                  </a:cubicBezTo>
                  <a:cubicBezTo>
                    <a:pt x="310" y="903"/>
                    <a:pt x="275" y="910"/>
                    <a:pt x="231" y="910"/>
                  </a:cubicBezTo>
                  <a:cubicBezTo>
                    <a:pt x="0" y="910"/>
                    <a:pt x="0" y="910"/>
                    <a:pt x="0" y="91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31" y="0"/>
                  </a:lnTo>
                  <a:close/>
                  <a:moveTo>
                    <a:pt x="143" y="129"/>
                  </a:moveTo>
                  <a:cubicBezTo>
                    <a:pt x="143" y="781"/>
                    <a:pt x="143" y="781"/>
                    <a:pt x="143" y="781"/>
                  </a:cubicBezTo>
                  <a:cubicBezTo>
                    <a:pt x="227" y="781"/>
                    <a:pt x="227" y="781"/>
                    <a:pt x="227" y="781"/>
                  </a:cubicBezTo>
                  <a:cubicBezTo>
                    <a:pt x="244" y="781"/>
                    <a:pt x="259" y="778"/>
                    <a:pt x="271" y="771"/>
                  </a:cubicBezTo>
                  <a:cubicBezTo>
                    <a:pt x="284" y="764"/>
                    <a:pt x="293" y="755"/>
                    <a:pt x="300" y="744"/>
                  </a:cubicBezTo>
                  <a:cubicBezTo>
                    <a:pt x="315" y="723"/>
                    <a:pt x="323" y="689"/>
                    <a:pt x="326" y="643"/>
                  </a:cubicBezTo>
                  <a:cubicBezTo>
                    <a:pt x="329" y="597"/>
                    <a:pt x="331" y="534"/>
                    <a:pt x="331" y="454"/>
                  </a:cubicBezTo>
                  <a:cubicBezTo>
                    <a:pt x="331" y="374"/>
                    <a:pt x="329" y="311"/>
                    <a:pt x="326" y="266"/>
                  </a:cubicBezTo>
                  <a:cubicBezTo>
                    <a:pt x="323" y="220"/>
                    <a:pt x="315" y="187"/>
                    <a:pt x="300" y="166"/>
                  </a:cubicBezTo>
                  <a:cubicBezTo>
                    <a:pt x="293" y="155"/>
                    <a:pt x="284" y="146"/>
                    <a:pt x="271" y="139"/>
                  </a:cubicBezTo>
                  <a:cubicBezTo>
                    <a:pt x="259" y="132"/>
                    <a:pt x="244" y="129"/>
                    <a:pt x="227" y="129"/>
                  </a:cubicBezTo>
                  <a:lnTo>
                    <a:pt x="143" y="1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9" name="Freeform 9"/>
            <p:cNvSpPr>
              <a:spLocks/>
            </p:cNvSpPr>
            <p:nvPr/>
          </p:nvSpPr>
          <p:spPr bwMode="auto">
            <a:xfrm>
              <a:off x="4600" y="3704"/>
              <a:ext cx="59" cy="140"/>
            </a:xfrm>
            <a:custGeom>
              <a:avLst/>
              <a:gdLst>
                <a:gd name="T0" fmla="*/ 59 w 59"/>
                <a:gd name="T1" fmla="*/ 20 h 140"/>
                <a:gd name="T2" fmla="*/ 22 w 59"/>
                <a:gd name="T3" fmla="*/ 20 h 140"/>
                <a:gd name="T4" fmla="*/ 22 w 59"/>
                <a:gd name="T5" fmla="*/ 59 h 140"/>
                <a:gd name="T6" fmla="*/ 54 w 59"/>
                <a:gd name="T7" fmla="*/ 59 h 140"/>
                <a:gd name="T8" fmla="*/ 54 w 59"/>
                <a:gd name="T9" fmla="*/ 79 h 140"/>
                <a:gd name="T10" fmla="*/ 22 w 59"/>
                <a:gd name="T11" fmla="*/ 79 h 140"/>
                <a:gd name="T12" fmla="*/ 22 w 59"/>
                <a:gd name="T13" fmla="*/ 120 h 140"/>
                <a:gd name="T14" fmla="*/ 59 w 59"/>
                <a:gd name="T15" fmla="*/ 120 h 140"/>
                <a:gd name="T16" fmla="*/ 59 w 59"/>
                <a:gd name="T17" fmla="*/ 140 h 140"/>
                <a:gd name="T18" fmla="*/ 0 w 59"/>
                <a:gd name="T19" fmla="*/ 140 h 140"/>
                <a:gd name="T20" fmla="*/ 0 w 59"/>
                <a:gd name="T21" fmla="*/ 0 h 140"/>
                <a:gd name="T22" fmla="*/ 59 w 59"/>
                <a:gd name="T23" fmla="*/ 0 h 140"/>
                <a:gd name="T24" fmla="*/ 59 w 59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140">
                  <a:moveTo>
                    <a:pt x="59" y="20"/>
                  </a:moveTo>
                  <a:lnTo>
                    <a:pt x="22" y="20"/>
                  </a:lnTo>
                  <a:lnTo>
                    <a:pt x="22" y="59"/>
                  </a:lnTo>
                  <a:lnTo>
                    <a:pt x="54" y="59"/>
                  </a:lnTo>
                  <a:lnTo>
                    <a:pt x="54" y="79"/>
                  </a:lnTo>
                  <a:lnTo>
                    <a:pt x="22" y="79"/>
                  </a:lnTo>
                  <a:lnTo>
                    <a:pt x="22" y="120"/>
                  </a:lnTo>
                  <a:lnTo>
                    <a:pt x="59" y="120"/>
                  </a:lnTo>
                  <a:lnTo>
                    <a:pt x="59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0" name="Freeform 10"/>
            <p:cNvSpPr>
              <a:spLocks/>
            </p:cNvSpPr>
            <p:nvPr/>
          </p:nvSpPr>
          <p:spPr bwMode="auto">
            <a:xfrm>
              <a:off x="4693" y="3703"/>
              <a:ext cx="73" cy="143"/>
            </a:xfrm>
            <a:custGeom>
              <a:avLst/>
              <a:gdLst>
                <a:gd name="T0" fmla="*/ 238 w 472"/>
                <a:gd name="T1" fmla="*/ 0 h 927"/>
                <a:gd name="T2" fmla="*/ 401 w 472"/>
                <a:gd name="T3" fmla="*/ 55 h 927"/>
                <a:gd name="T4" fmla="*/ 451 w 472"/>
                <a:gd name="T5" fmla="*/ 139 h 927"/>
                <a:gd name="T6" fmla="*/ 465 w 472"/>
                <a:gd name="T7" fmla="*/ 253 h 927"/>
                <a:gd name="T8" fmla="*/ 322 w 472"/>
                <a:gd name="T9" fmla="*/ 253 h 927"/>
                <a:gd name="T10" fmla="*/ 318 w 472"/>
                <a:gd name="T11" fmla="*/ 198 h 927"/>
                <a:gd name="T12" fmla="*/ 300 w 472"/>
                <a:gd name="T13" fmla="*/ 156 h 927"/>
                <a:gd name="T14" fmla="*/ 236 w 472"/>
                <a:gd name="T15" fmla="*/ 129 h 927"/>
                <a:gd name="T16" fmla="*/ 200 w 472"/>
                <a:gd name="T17" fmla="*/ 136 h 927"/>
                <a:gd name="T18" fmla="*/ 175 w 472"/>
                <a:gd name="T19" fmla="*/ 155 h 927"/>
                <a:gd name="T20" fmla="*/ 151 w 472"/>
                <a:gd name="T21" fmla="*/ 244 h 927"/>
                <a:gd name="T22" fmla="*/ 153 w 472"/>
                <a:gd name="T23" fmla="*/ 292 h 927"/>
                <a:gd name="T24" fmla="*/ 164 w 472"/>
                <a:gd name="T25" fmla="*/ 324 h 927"/>
                <a:gd name="T26" fmla="*/ 187 w 472"/>
                <a:gd name="T27" fmla="*/ 348 h 927"/>
                <a:gd name="T28" fmla="*/ 226 w 472"/>
                <a:gd name="T29" fmla="*/ 367 h 927"/>
                <a:gd name="T30" fmla="*/ 334 w 472"/>
                <a:gd name="T31" fmla="*/ 411 h 927"/>
                <a:gd name="T32" fmla="*/ 401 w 472"/>
                <a:gd name="T33" fmla="*/ 448 h 927"/>
                <a:gd name="T34" fmla="*/ 444 w 472"/>
                <a:gd name="T35" fmla="*/ 498 h 927"/>
                <a:gd name="T36" fmla="*/ 465 w 472"/>
                <a:gd name="T37" fmla="*/ 568 h 927"/>
                <a:gd name="T38" fmla="*/ 472 w 472"/>
                <a:gd name="T39" fmla="*/ 666 h 927"/>
                <a:gd name="T40" fmla="*/ 460 w 472"/>
                <a:gd name="T41" fmla="*/ 785 h 927"/>
                <a:gd name="T42" fmla="*/ 413 w 472"/>
                <a:gd name="T43" fmla="*/ 867 h 927"/>
                <a:gd name="T44" fmla="*/ 341 w 472"/>
                <a:gd name="T45" fmla="*/ 911 h 927"/>
                <a:gd name="T46" fmla="*/ 235 w 472"/>
                <a:gd name="T47" fmla="*/ 927 h 927"/>
                <a:gd name="T48" fmla="*/ 59 w 472"/>
                <a:gd name="T49" fmla="*/ 867 h 927"/>
                <a:gd name="T50" fmla="*/ 13 w 472"/>
                <a:gd name="T51" fmla="*/ 789 h 927"/>
                <a:gd name="T52" fmla="*/ 0 w 472"/>
                <a:gd name="T53" fmla="*/ 671 h 927"/>
                <a:gd name="T54" fmla="*/ 143 w 472"/>
                <a:gd name="T55" fmla="*/ 671 h 927"/>
                <a:gd name="T56" fmla="*/ 148 w 472"/>
                <a:gd name="T57" fmla="*/ 732 h 927"/>
                <a:gd name="T58" fmla="*/ 169 w 472"/>
                <a:gd name="T59" fmla="*/ 774 h 927"/>
                <a:gd name="T60" fmla="*/ 195 w 472"/>
                <a:gd name="T61" fmla="*/ 791 h 927"/>
                <a:gd name="T62" fmla="*/ 235 w 472"/>
                <a:gd name="T63" fmla="*/ 798 h 927"/>
                <a:gd name="T64" fmla="*/ 304 w 472"/>
                <a:gd name="T65" fmla="*/ 773 h 927"/>
                <a:gd name="T66" fmla="*/ 323 w 472"/>
                <a:gd name="T67" fmla="*/ 732 h 927"/>
                <a:gd name="T68" fmla="*/ 329 w 472"/>
                <a:gd name="T69" fmla="*/ 671 h 927"/>
                <a:gd name="T70" fmla="*/ 325 w 472"/>
                <a:gd name="T71" fmla="*/ 611 h 927"/>
                <a:gd name="T72" fmla="*/ 313 w 472"/>
                <a:gd name="T73" fmla="*/ 571 h 927"/>
                <a:gd name="T74" fmla="*/ 286 w 472"/>
                <a:gd name="T75" fmla="*/ 544 h 927"/>
                <a:gd name="T76" fmla="*/ 243 w 472"/>
                <a:gd name="T77" fmla="*/ 522 h 927"/>
                <a:gd name="T78" fmla="*/ 134 w 472"/>
                <a:gd name="T79" fmla="*/ 477 h 927"/>
                <a:gd name="T80" fmla="*/ 75 w 472"/>
                <a:gd name="T81" fmla="*/ 445 h 927"/>
                <a:gd name="T82" fmla="*/ 36 w 472"/>
                <a:gd name="T83" fmla="*/ 401 h 927"/>
                <a:gd name="T84" fmla="*/ 14 w 472"/>
                <a:gd name="T85" fmla="*/ 338 h 927"/>
                <a:gd name="T86" fmla="*/ 7 w 472"/>
                <a:gd name="T87" fmla="*/ 248 h 927"/>
                <a:gd name="T88" fmla="*/ 26 w 472"/>
                <a:gd name="T89" fmla="*/ 137 h 927"/>
                <a:gd name="T90" fmla="*/ 82 w 472"/>
                <a:gd name="T91" fmla="*/ 55 h 927"/>
                <a:gd name="T92" fmla="*/ 150 w 472"/>
                <a:gd name="T93" fmla="*/ 15 h 927"/>
                <a:gd name="T94" fmla="*/ 238 w 472"/>
                <a:gd name="T95" fmla="*/ 0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2" h="927">
                  <a:moveTo>
                    <a:pt x="238" y="0"/>
                  </a:moveTo>
                  <a:cubicBezTo>
                    <a:pt x="308" y="0"/>
                    <a:pt x="363" y="18"/>
                    <a:pt x="401" y="55"/>
                  </a:cubicBezTo>
                  <a:cubicBezTo>
                    <a:pt x="425" y="78"/>
                    <a:pt x="442" y="106"/>
                    <a:pt x="451" y="139"/>
                  </a:cubicBezTo>
                  <a:cubicBezTo>
                    <a:pt x="461" y="172"/>
                    <a:pt x="465" y="210"/>
                    <a:pt x="465" y="253"/>
                  </a:cubicBezTo>
                  <a:cubicBezTo>
                    <a:pt x="322" y="253"/>
                    <a:pt x="322" y="253"/>
                    <a:pt x="322" y="253"/>
                  </a:cubicBezTo>
                  <a:cubicBezTo>
                    <a:pt x="322" y="233"/>
                    <a:pt x="321" y="214"/>
                    <a:pt x="318" y="198"/>
                  </a:cubicBezTo>
                  <a:cubicBezTo>
                    <a:pt x="316" y="182"/>
                    <a:pt x="310" y="168"/>
                    <a:pt x="300" y="156"/>
                  </a:cubicBezTo>
                  <a:cubicBezTo>
                    <a:pt x="287" y="138"/>
                    <a:pt x="265" y="129"/>
                    <a:pt x="236" y="129"/>
                  </a:cubicBezTo>
                  <a:cubicBezTo>
                    <a:pt x="222" y="129"/>
                    <a:pt x="210" y="131"/>
                    <a:pt x="200" y="136"/>
                  </a:cubicBezTo>
                  <a:cubicBezTo>
                    <a:pt x="190" y="141"/>
                    <a:pt x="182" y="147"/>
                    <a:pt x="175" y="155"/>
                  </a:cubicBezTo>
                  <a:cubicBezTo>
                    <a:pt x="159" y="173"/>
                    <a:pt x="151" y="203"/>
                    <a:pt x="151" y="244"/>
                  </a:cubicBezTo>
                  <a:cubicBezTo>
                    <a:pt x="151" y="263"/>
                    <a:pt x="152" y="279"/>
                    <a:pt x="153" y="292"/>
                  </a:cubicBezTo>
                  <a:cubicBezTo>
                    <a:pt x="155" y="304"/>
                    <a:pt x="159" y="315"/>
                    <a:pt x="164" y="324"/>
                  </a:cubicBezTo>
                  <a:cubicBezTo>
                    <a:pt x="170" y="333"/>
                    <a:pt x="177" y="341"/>
                    <a:pt x="187" y="348"/>
                  </a:cubicBezTo>
                  <a:cubicBezTo>
                    <a:pt x="197" y="355"/>
                    <a:pt x="210" y="361"/>
                    <a:pt x="226" y="367"/>
                  </a:cubicBezTo>
                  <a:cubicBezTo>
                    <a:pt x="334" y="411"/>
                    <a:pt x="334" y="411"/>
                    <a:pt x="334" y="411"/>
                  </a:cubicBezTo>
                  <a:cubicBezTo>
                    <a:pt x="361" y="422"/>
                    <a:pt x="384" y="434"/>
                    <a:pt x="401" y="448"/>
                  </a:cubicBezTo>
                  <a:cubicBezTo>
                    <a:pt x="419" y="461"/>
                    <a:pt x="433" y="478"/>
                    <a:pt x="444" y="498"/>
                  </a:cubicBezTo>
                  <a:cubicBezTo>
                    <a:pt x="454" y="517"/>
                    <a:pt x="461" y="541"/>
                    <a:pt x="465" y="568"/>
                  </a:cubicBezTo>
                  <a:cubicBezTo>
                    <a:pt x="470" y="595"/>
                    <a:pt x="472" y="628"/>
                    <a:pt x="472" y="666"/>
                  </a:cubicBezTo>
                  <a:cubicBezTo>
                    <a:pt x="472" y="713"/>
                    <a:pt x="468" y="753"/>
                    <a:pt x="460" y="785"/>
                  </a:cubicBezTo>
                  <a:cubicBezTo>
                    <a:pt x="452" y="818"/>
                    <a:pt x="436" y="845"/>
                    <a:pt x="413" y="867"/>
                  </a:cubicBezTo>
                  <a:cubicBezTo>
                    <a:pt x="394" y="885"/>
                    <a:pt x="370" y="900"/>
                    <a:pt x="341" y="911"/>
                  </a:cubicBezTo>
                  <a:cubicBezTo>
                    <a:pt x="311" y="922"/>
                    <a:pt x="276" y="927"/>
                    <a:pt x="235" y="927"/>
                  </a:cubicBezTo>
                  <a:cubicBezTo>
                    <a:pt x="158" y="927"/>
                    <a:pt x="99" y="907"/>
                    <a:pt x="59" y="867"/>
                  </a:cubicBezTo>
                  <a:cubicBezTo>
                    <a:pt x="36" y="845"/>
                    <a:pt x="21" y="819"/>
                    <a:pt x="13" y="789"/>
                  </a:cubicBezTo>
                  <a:cubicBezTo>
                    <a:pt x="4" y="759"/>
                    <a:pt x="0" y="720"/>
                    <a:pt x="0" y="671"/>
                  </a:cubicBezTo>
                  <a:cubicBezTo>
                    <a:pt x="143" y="671"/>
                    <a:pt x="143" y="671"/>
                    <a:pt x="143" y="671"/>
                  </a:cubicBezTo>
                  <a:cubicBezTo>
                    <a:pt x="143" y="696"/>
                    <a:pt x="145" y="716"/>
                    <a:pt x="148" y="732"/>
                  </a:cubicBezTo>
                  <a:cubicBezTo>
                    <a:pt x="152" y="748"/>
                    <a:pt x="158" y="762"/>
                    <a:pt x="169" y="774"/>
                  </a:cubicBezTo>
                  <a:cubicBezTo>
                    <a:pt x="175" y="781"/>
                    <a:pt x="184" y="786"/>
                    <a:pt x="195" y="791"/>
                  </a:cubicBezTo>
                  <a:cubicBezTo>
                    <a:pt x="206" y="796"/>
                    <a:pt x="219" y="798"/>
                    <a:pt x="235" y="798"/>
                  </a:cubicBezTo>
                  <a:cubicBezTo>
                    <a:pt x="267" y="798"/>
                    <a:pt x="290" y="790"/>
                    <a:pt x="304" y="773"/>
                  </a:cubicBezTo>
                  <a:cubicBezTo>
                    <a:pt x="314" y="761"/>
                    <a:pt x="320" y="748"/>
                    <a:pt x="323" y="732"/>
                  </a:cubicBezTo>
                  <a:cubicBezTo>
                    <a:pt x="327" y="716"/>
                    <a:pt x="329" y="696"/>
                    <a:pt x="329" y="671"/>
                  </a:cubicBezTo>
                  <a:cubicBezTo>
                    <a:pt x="329" y="648"/>
                    <a:pt x="327" y="628"/>
                    <a:pt x="325" y="611"/>
                  </a:cubicBezTo>
                  <a:cubicBezTo>
                    <a:pt x="323" y="595"/>
                    <a:pt x="319" y="582"/>
                    <a:pt x="313" y="571"/>
                  </a:cubicBezTo>
                  <a:cubicBezTo>
                    <a:pt x="306" y="560"/>
                    <a:pt x="297" y="551"/>
                    <a:pt x="286" y="544"/>
                  </a:cubicBezTo>
                  <a:cubicBezTo>
                    <a:pt x="275" y="536"/>
                    <a:pt x="261" y="529"/>
                    <a:pt x="243" y="522"/>
                  </a:cubicBezTo>
                  <a:cubicBezTo>
                    <a:pt x="134" y="477"/>
                    <a:pt x="134" y="477"/>
                    <a:pt x="134" y="477"/>
                  </a:cubicBezTo>
                  <a:cubicBezTo>
                    <a:pt x="111" y="468"/>
                    <a:pt x="91" y="457"/>
                    <a:pt x="75" y="445"/>
                  </a:cubicBezTo>
                  <a:cubicBezTo>
                    <a:pt x="59" y="433"/>
                    <a:pt x="46" y="418"/>
                    <a:pt x="36" y="401"/>
                  </a:cubicBezTo>
                  <a:cubicBezTo>
                    <a:pt x="26" y="383"/>
                    <a:pt x="19" y="362"/>
                    <a:pt x="14" y="338"/>
                  </a:cubicBezTo>
                  <a:cubicBezTo>
                    <a:pt x="10" y="313"/>
                    <a:pt x="7" y="283"/>
                    <a:pt x="7" y="248"/>
                  </a:cubicBezTo>
                  <a:cubicBezTo>
                    <a:pt x="7" y="207"/>
                    <a:pt x="14" y="170"/>
                    <a:pt x="26" y="137"/>
                  </a:cubicBezTo>
                  <a:cubicBezTo>
                    <a:pt x="38" y="105"/>
                    <a:pt x="57" y="77"/>
                    <a:pt x="82" y="55"/>
                  </a:cubicBezTo>
                  <a:cubicBezTo>
                    <a:pt x="101" y="38"/>
                    <a:pt x="124" y="24"/>
                    <a:pt x="150" y="15"/>
                  </a:cubicBezTo>
                  <a:cubicBezTo>
                    <a:pt x="176" y="5"/>
                    <a:pt x="205" y="0"/>
                    <a:pt x="2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auto">
            <a:xfrm>
              <a:off x="4805" y="3704"/>
              <a:ext cx="59" cy="140"/>
            </a:xfrm>
            <a:custGeom>
              <a:avLst/>
              <a:gdLst>
                <a:gd name="T0" fmla="*/ 59 w 59"/>
                <a:gd name="T1" fmla="*/ 20 h 140"/>
                <a:gd name="T2" fmla="*/ 22 w 59"/>
                <a:gd name="T3" fmla="*/ 20 h 140"/>
                <a:gd name="T4" fmla="*/ 22 w 59"/>
                <a:gd name="T5" fmla="*/ 59 h 140"/>
                <a:gd name="T6" fmla="*/ 54 w 59"/>
                <a:gd name="T7" fmla="*/ 59 h 140"/>
                <a:gd name="T8" fmla="*/ 54 w 59"/>
                <a:gd name="T9" fmla="*/ 79 h 140"/>
                <a:gd name="T10" fmla="*/ 22 w 59"/>
                <a:gd name="T11" fmla="*/ 79 h 140"/>
                <a:gd name="T12" fmla="*/ 22 w 59"/>
                <a:gd name="T13" fmla="*/ 120 h 140"/>
                <a:gd name="T14" fmla="*/ 59 w 59"/>
                <a:gd name="T15" fmla="*/ 120 h 140"/>
                <a:gd name="T16" fmla="*/ 59 w 59"/>
                <a:gd name="T17" fmla="*/ 140 h 140"/>
                <a:gd name="T18" fmla="*/ 0 w 59"/>
                <a:gd name="T19" fmla="*/ 140 h 140"/>
                <a:gd name="T20" fmla="*/ 0 w 59"/>
                <a:gd name="T21" fmla="*/ 0 h 140"/>
                <a:gd name="T22" fmla="*/ 59 w 59"/>
                <a:gd name="T23" fmla="*/ 0 h 140"/>
                <a:gd name="T24" fmla="*/ 59 w 59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140">
                  <a:moveTo>
                    <a:pt x="59" y="20"/>
                  </a:moveTo>
                  <a:lnTo>
                    <a:pt x="22" y="20"/>
                  </a:lnTo>
                  <a:lnTo>
                    <a:pt x="22" y="59"/>
                  </a:lnTo>
                  <a:lnTo>
                    <a:pt x="54" y="59"/>
                  </a:lnTo>
                  <a:lnTo>
                    <a:pt x="54" y="79"/>
                  </a:lnTo>
                  <a:lnTo>
                    <a:pt x="22" y="79"/>
                  </a:lnTo>
                  <a:lnTo>
                    <a:pt x="22" y="120"/>
                  </a:lnTo>
                  <a:lnTo>
                    <a:pt x="59" y="120"/>
                  </a:lnTo>
                  <a:lnTo>
                    <a:pt x="59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2" name="Freeform 12"/>
            <p:cNvSpPr>
              <a:spLocks noEditPoints="1"/>
            </p:cNvSpPr>
            <p:nvPr/>
          </p:nvSpPr>
          <p:spPr bwMode="auto">
            <a:xfrm>
              <a:off x="4903" y="3704"/>
              <a:ext cx="76" cy="140"/>
            </a:xfrm>
            <a:custGeom>
              <a:avLst/>
              <a:gdLst>
                <a:gd name="T0" fmla="*/ 230 w 492"/>
                <a:gd name="T1" fmla="*/ 0 h 910"/>
                <a:gd name="T2" fmla="*/ 409 w 492"/>
                <a:gd name="T3" fmla="*/ 63 h 910"/>
                <a:gd name="T4" fmla="*/ 463 w 492"/>
                <a:gd name="T5" fmla="*/ 268 h 910"/>
                <a:gd name="T6" fmla="*/ 441 w 492"/>
                <a:gd name="T7" fmla="*/ 413 h 910"/>
                <a:gd name="T8" fmla="*/ 357 w 492"/>
                <a:gd name="T9" fmla="*/ 506 h 910"/>
                <a:gd name="T10" fmla="*/ 492 w 492"/>
                <a:gd name="T11" fmla="*/ 910 h 910"/>
                <a:gd name="T12" fmla="*/ 342 w 492"/>
                <a:gd name="T13" fmla="*/ 910 h 910"/>
                <a:gd name="T14" fmla="*/ 223 w 492"/>
                <a:gd name="T15" fmla="*/ 537 h 910"/>
                <a:gd name="T16" fmla="*/ 143 w 492"/>
                <a:gd name="T17" fmla="*/ 537 h 910"/>
                <a:gd name="T18" fmla="*/ 143 w 492"/>
                <a:gd name="T19" fmla="*/ 910 h 910"/>
                <a:gd name="T20" fmla="*/ 0 w 492"/>
                <a:gd name="T21" fmla="*/ 910 h 910"/>
                <a:gd name="T22" fmla="*/ 0 w 492"/>
                <a:gd name="T23" fmla="*/ 0 h 910"/>
                <a:gd name="T24" fmla="*/ 230 w 492"/>
                <a:gd name="T25" fmla="*/ 0 h 910"/>
                <a:gd name="T26" fmla="*/ 143 w 492"/>
                <a:gd name="T27" fmla="*/ 129 h 910"/>
                <a:gd name="T28" fmla="*/ 143 w 492"/>
                <a:gd name="T29" fmla="*/ 408 h 910"/>
                <a:gd name="T30" fmla="*/ 231 w 492"/>
                <a:gd name="T31" fmla="*/ 408 h 910"/>
                <a:gd name="T32" fmla="*/ 277 w 492"/>
                <a:gd name="T33" fmla="*/ 397 h 910"/>
                <a:gd name="T34" fmla="*/ 304 w 492"/>
                <a:gd name="T35" fmla="*/ 367 h 910"/>
                <a:gd name="T36" fmla="*/ 316 w 492"/>
                <a:gd name="T37" fmla="*/ 322 h 910"/>
                <a:gd name="T38" fmla="*/ 319 w 492"/>
                <a:gd name="T39" fmla="*/ 268 h 910"/>
                <a:gd name="T40" fmla="*/ 316 w 492"/>
                <a:gd name="T41" fmla="*/ 214 h 910"/>
                <a:gd name="T42" fmla="*/ 304 w 492"/>
                <a:gd name="T43" fmla="*/ 170 h 910"/>
                <a:gd name="T44" fmla="*/ 277 w 492"/>
                <a:gd name="T45" fmla="*/ 140 h 910"/>
                <a:gd name="T46" fmla="*/ 231 w 492"/>
                <a:gd name="T47" fmla="*/ 129 h 910"/>
                <a:gd name="T48" fmla="*/ 143 w 492"/>
                <a:gd name="T49" fmla="*/ 129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2" h="910">
                  <a:moveTo>
                    <a:pt x="230" y="0"/>
                  </a:moveTo>
                  <a:cubicBezTo>
                    <a:pt x="313" y="0"/>
                    <a:pt x="373" y="21"/>
                    <a:pt x="409" y="63"/>
                  </a:cubicBezTo>
                  <a:cubicBezTo>
                    <a:pt x="445" y="105"/>
                    <a:pt x="463" y="174"/>
                    <a:pt x="463" y="268"/>
                  </a:cubicBezTo>
                  <a:cubicBezTo>
                    <a:pt x="463" y="324"/>
                    <a:pt x="455" y="373"/>
                    <a:pt x="441" y="413"/>
                  </a:cubicBezTo>
                  <a:cubicBezTo>
                    <a:pt x="426" y="453"/>
                    <a:pt x="398" y="484"/>
                    <a:pt x="357" y="506"/>
                  </a:cubicBezTo>
                  <a:cubicBezTo>
                    <a:pt x="492" y="910"/>
                    <a:pt x="492" y="910"/>
                    <a:pt x="492" y="910"/>
                  </a:cubicBezTo>
                  <a:cubicBezTo>
                    <a:pt x="342" y="910"/>
                    <a:pt x="342" y="910"/>
                    <a:pt x="342" y="910"/>
                  </a:cubicBezTo>
                  <a:cubicBezTo>
                    <a:pt x="223" y="537"/>
                    <a:pt x="223" y="537"/>
                    <a:pt x="223" y="537"/>
                  </a:cubicBezTo>
                  <a:cubicBezTo>
                    <a:pt x="143" y="537"/>
                    <a:pt x="143" y="537"/>
                    <a:pt x="143" y="537"/>
                  </a:cubicBezTo>
                  <a:cubicBezTo>
                    <a:pt x="143" y="910"/>
                    <a:pt x="143" y="910"/>
                    <a:pt x="143" y="910"/>
                  </a:cubicBezTo>
                  <a:cubicBezTo>
                    <a:pt x="0" y="910"/>
                    <a:pt x="0" y="910"/>
                    <a:pt x="0" y="91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30" y="0"/>
                  </a:lnTo>
                  <a:close/>
                  <a:moveTo>
                    <a:pt x="143" y="129"/>
                  </a:moveTo>
                  <a:cubicBezTo>
                    <a:pt x="143" y="408"/>
                    <a:pt x="143" y="408"/>
                    <a:pt x="143" y="408"/>
                  </a:cubicBezTo>
                  <a:cubicBezTo>
                    <a:pt x="231" y="408"/>
                    <a:pt x="231" y="408"/>
                    <a:pt x="231" y="408"/>
                  </a:cubicBezTo>
                  <a:cubicBezTo>
                    <a:pt x="250" y="408"/>
                    <a:pt x="265" y="404"/>
                    <a:pt x="277" y="397"/>
                  </a:cubicBezTo>
                  <a:cubicBezTo>
                    <a:pt x="289" y="390"/>
                    <a:pt x="298" y="379"/>
                    <a:pt x="304" y="367"/>
                  </a:cubicBezTo>
                  <a:cubicBezTo>
                    <a:pt x="310" y="354"/>
                    <a:pt x="314" y="339"/>
                    <a:pt x="316" y="322"/>
                  </a:cubicBezTo>
                  <a:cubicBezTo>
                    <a:pt x="318" y="305"/>
                    <a:pt x="319" y="287"/>
                    <a:pt x="319" y="268"/>
                  </a:cubicBezTo>
                  <a:cubicBezTo>
                    <a:pt x="319" y="249"/>
                    <a:pt x="318" y="232"/>
                    <a:pt x="316" y="214"/>
                  </a:cubicBezTo>
                  <a:cubicBezTo>
                    <a:pt x="314" y="197"/>
                    <a:pt x="310" y="182"/>
                    <a:pt x="304" y="170"/>
                  </a:cubicBezTo>
                  <a:cubicBezTo>
                    <a:pt x="298" y="157"/>
                    <a:pt x="289" y="147"/>
                    <a:pt x="277" y="140"/>
                  </a:cubicBezTo>
                  <a:cubicBezTo>
                    <a:pt x="265" y="132"/>
                    <a:pt x="250" y="129"/>
                    <a:pt x="231" y="129"/>
                  </a:cubicBezTo>
                  <a:lnTo>
                    <a:pt x="143" y="1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3" name="Freeform 13"/>
            <p:cNvSpPr>
              <a:spLocks/>
            </p:cNvSpPr>
            <p:nvPr/>
          </p:nvSpPr>
          <p:spPr bwMode="auto">
            <a:xfrm>
              <a:off x="5005" y="3704"/>
              <a:ext cx="84" cy="140"/>
            </a:xfrm>
            <a:custGeom>
              <a:avLst/>
              <a:gdLst>
                <a:gd name="T0" fmla="*/ 25 w 84"/>
                <a:gd name="T1" fmla="*/ 0 h 140"/>
                <a:gd name="T2" fmla="*/ 42 w 84"/>
                <a:gd name="T3" fmla="*/ 106 h 140"/>
                <a:gd name="T4" fmla="*/ 60 w 84"/>
                <a:gd name="T5" fmla="*/ 0 h 140"/>
                <a:gd name="T6" fmla="*/ 84 w 84"/>
                <a:gd name="T7" fmla="*/ 0 h 140"/>
                <a:gd name="T8" fmla="*/ 54 w 84"/>
                <a:gd name="T9" fmla="*/ 140 h 140"/>
                <a:gd name="T10" fmla="*/ 30 w 84"/>
                <a:gd name="T11" fmla="*/ 140 h 140"/>
                <a:gd name="T12" fmla="*/ 0 w 84"/>
                <a:gd name="T13" fmla="*/ 0 h 140"/>
                <a:gd name="T14" fmla="*/ 25 w 84"/>
                <a:gd name="T1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40">
                  <a:moveTo>
                    <a:pt x="25" y="0"/>
                  </a:moveTo>
                  <a:lnTo>
                    <a:pt x="42" y="106"/>
                  </a:lnTo>
                  <a:lnTo>
                    <a:pt x="60" y="0"/>
                  </a:lnTo>
                  <a:lnTo>
                    <a:pt x="84" y="0"/>
                  </a:lnTo>
                  <a:lnTo>
                    <a:pt x="54" y="140"/>
                  </a:lnTo>
                  <a:lnTo>
                    <a:pt x="30" y="140"/>
                  </a:lnTo>
                  <a:lnTo>
                    <a:pt x="0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4" name="Freeform 14"/>
            <p:cNvSpPr>
              <a:spLocks/>
            </p:cNvSpPr>
            <p:nvPr/>
          </p:nvSpPr>
          <p:spPr bwMode="auto">
            <a:xfrm>
              <a:off x="5121" y="3704"/>
              <a:ext cx="59" cy="140"/>
            </a:xfrm>
            <a:custGeom>
              <a:avLst/>
              <a:gdLst>
                <a:gd name="T0" fmla="*/ 59 w 59"/>
                <a:gd name="T1" fmla="*/ 20 h 140"/>
                <a:gd name="T2" fmla="*/ 22 w 59"/>
                <a:gd name="T3" fmla="*/ 20 h 140"/>
                <a:gd name="T4" fmla="*/ 22 w 59"/>
                <a:gd name="T5" fmla="*/ 59 h 140"/>
                <a:gd name="T6" fmla="*/ 54 w 59"/>
                <a:gd name="T7" fmla="*/ 59 h 140"/>
                <a:gd name="T8" fmla="*/ 54 w 59"/>
                <a:gd name="T9" fmla="*/ 79 h 140"/>
                <a:gd name="T10" fmla="*/ 22 w 59"/>
                <a:gd name="T11" fmla="*/ 79 h 140"/>
                <a:gd name="T12" fmla="*/ 22 w 59"/>
                <a:gd name="T13" fmla="*/ 120 h 140"/>
                <a:gd name="T14" fmla="*/ 59 w 59"/>
                <a:gd name="T15" fmla="*/ 120 h 140"/>
                <a:gd name="T16" fmla="*/ 59 w 59"/>
                <a:gd name="T17" fmla="*/ 140 h 140"/>
                <a:gd name="T18" fmla="*/ 0 w 59"/>
                <a:gd name="T19" fmla="*/ 140 h 140"/>
                <a:gd name="T20" fmla="*/ 0 w 59"/>
                <a:gd name="T21" fmla="*/ 0 h 140"/>
                <a:gd name="T22" fmla="*/ 59 w 59"/>
                <a:gd name="T23" fmla="*/ 0 h 140"/>
                <a:gd name="T24" fmla="*/ 59 w 59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140">
                  <a:moveTo>
                    <a:pt x="59" y="20"/>
                  </a:moveTo>
                  <a:lnTo>
                    <a:pt x="22" y="20"/>
                  </a:lnTo>
                  <a:lnTo>
                    <a:pt x="22" y="59"/>
                  </a:lnTo>
                  <a:lnTo>
                    <a:pt x="54" y="59"/>
                  </a:lnTo>
                  <a:lnTo>
                    <a:pt x="54" y="79"/>
                  </a:lnTo>
                  <a:lnTo>
                    <a:pt x="22" y="79"/>
                  </a:lnTo>
                  <a:lnTo>
                    <a:pt x="22" y="120"/>
                  </a:lnTo>
                  <a:lnTo>
                    <a:pt x="59" y="120"/>
                  </a:lnTo>
                  <a:lnTo>
                    <a:pt x="59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5" name="Freeform 15"/>
            <p:cNvSpPr>
              <a:spLocks/>
            </p:cNvSpPr>
            <p:nvPr/>
          </p:nvSpPr>
          <p:spPr bwMode="auto">
            <a:xfrm>
              <a:off x="5267" y="3704"/>
              <a:ext cx="69" cy="140"/>
            </a:xfrm>
            <a:custGeom>
              <a:avLst/>
              <a:gdLst>
                <a:gd name="T0" fmla="*/ 69 w 69"/>
                <a:gd name="T1" fmla="*/ 20 h 140"/>
                <a:gd name="T2" fmla="*/ 45 w 69"/>
                <a:gd name="T3" fmla="*/ 20 h 140"/>
                <a:gd name="T4" fmla="*/ 45 w 69"/>
                <a:gd name="T5" fmla="*/ 140 h 140"/>
                <a:gd name="T6" fmla="*/ 23 w 69"/>
                <a:gd name="T7" fmla="*/ 140 h 140"/>
                <a:gd name="T8" fmla="*/ 23 w 69"/>
                <a:gd name="T9" fmla="*/ 20 h 140"/>
                <a:gd name="T10" fmla="*/ 0 w 69"/>
                <a:gd name="T11" fmla="*/ 20 h 140"/>
                <a:gd name="T12" fmla="*/ 0 w 69"/>
                <a:gd name="T13" fmla="*/ 0 h 140"/>
                <a:gd name="T14" fmla="*/ 69 w 69"/>
                <a:gd name="T15" fmla="*/ 0 h 140"/>
                <a:gd name="T16" fmla="*/ 69 w 69"/>
                <a:gd name="T17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40">
                  <a:moveTo>
                    <a:pt x="69" y="20"/>
                  </a:moveTo>
                  <a:lnTo>
                    <a:pt x="45" y="20"/>
                  </a:lnTo>
                  <a:lnTo>
                    <a:pt x="45" y="140"/>
                  </a:lnTo>
                  <a:lnTo>
                    <a:pt x="23" y="140"/>
                  </a:lnTo>
                  <a:lnTo>
                    <a:pt x="23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6" name="Freeform 16"/>
            <p:cNvSpPr>
              <a:spLocks/>
            </p:cNvSpPr>
            <p:nvPr/>
          </p:nvSpPr>
          <p:spPr bwMode="auto">
            <a:xfrm>
              <a:off x="5372" y="3704"/>
              <a:ext cx="72" cy="140"/>
            </a:xfrm>
            <a:custGeom>
              <a:avLst/>
              <a:gdLst>
                <a:gd name="T0" fmla="*/ 72 w 72"/>
                <a:gd name="T1" fmla="*/ 140 h 140"/>
                <a:gd name="T2" fmla="*/ 49 w 72"/>
                <a:gd name="T3" fmla="*/ 140 h 140"/>
                <a:gd name="T4" fmla="*/ 49 w 72"/>
                <a:gd name="T5" fmla="*/ 79 h 140"/>
                <a:gd name="T6" fmla="*/ 22 w 72"/>
                <a:gd name="T7" fmla="*/ 79 h 140"/>
                <a:gd name="T8" fmla="*/ 22 w 72"/>
                <a:gd name="T9" fmla="*/ 140 h 140"/>
                <a:gd name="T10" fmla="*/ 0 w 72"/>
                <a:gd name="T11" fmla="*/ 140 h 140"/>
                <a:gd name="T12" fmla="*/ 0 w 72"/>
                <a:gd name="T13" fmla="*/ 0 h 140"/>
                <a:gd name="T14" fmla="*/ 22 w 72"/>
                <a:gd name="T15" fmla="*/ 0 h 140"/>
                <a:gd name="T16" fmla="*/ 22 w 72"/>
                <a:gd name="T17" fmla="*/ 59 h 140"/>
                <a:gd name="T18" fmla="*/ 49 w 72"/>
                <a:gd name="T19" fmla="*/ 59 h 140"/>
                <a:gd name="T20" fmla="*/ 49 w 72"/>
                <a:gd name="T21" fmla="*/ 0 h 140"/>
                <a:gd name="T22" fmla="*/ 72 w 72"/>
                <a:gd name="T23" fmla="*/ 0 h 140"/>
                <a:gd name="T24" fmla="*/ 72 w 72"/>
                <a:gd name="T25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2" h="140">
                  <a:moveTo>
                    <a:pt x="72" y="140"/>
                  </a:moveTo>
                  <a:lnTo>
                    <a:pt x="49" y="140"/>
                  </a:lnTo>
                  <a:lnTo>
                    <a:pt x="49" y="79"/>
                  </a:lnTo>
                  <a:lnTo>
                    <a:pt x="22" y="79"/>
                  </a:lnTo>
                  <a:lnTo>
                    <a:pt x="22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59"/>
                  </a:lnTo>
                  <a:lnTo>
                    <a:pt x="49" y="59"/>
                  </a:lnTo>
                  <a:lnTo>
                    <a:pt x="49" y="0"/>
                  </a:lnTo>
                  <a:lnTo>
                    <a:pt x="72" y="0"/>
                  </a:lnTo>
                  <a:lnTo>
                    <a:pt x="72" y="1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7" name="Freeform 17"/>
            <p:cNvSpPr>
              <a:spLocks/>
            </p:cNvSpPr>
            <p:nvPr/>
          </p:nvSpPr>
          <p:spPr bwMode="auto">
            <a:xfrm>
              <a:off x="5487" y="3704"/>
              <a:ext cx="59" cy="140"/>
            </a:xfrm>
            <a:custGeom>
              <a:avLst/>
              <a:gdLst>
                <a:gd name="T0" fmla="*/ 59 w 59"/>
                <a:gd name="T1" fmla="*/ 20 h 140"/>
                <a:gd name="T2" fmla="*/ 22 w 59"/>
                <a:gd name="T3" fmla="*/ 20 h 140"/>
                <a:gd name="T4" fmla="*/ 22 w 59"/>
                <a:gd name="T5" fmla="*/ 59 h 140"/>
                <a:gd name="T6" fmla="*/ 54 w 59"/>
                <a:gd name="T7" fmla="*/ 59 h 140"/>
                <a:gd name="T8" fmla="*/ 54 w 59"/>
                <a:gd name="T9" fmla="*/ 79 h 140"/>
                <a:gd name="T10" fmla="*/ 22 w 59"/>
                <a:gd name="T11" fmla="*/ 79 h 140"/>
                <a:gd name="T12" fmla="*/ 22 w 59"/>
                <a:gd name="T13" fmla="*/ 120 h 140"/>
                <a:gd name="T14" fmla="*/ 59 w 59"/>
                <a:gd name="T15" fmla="*/ 120 h 140"/>
                <a:gd name="T16" fmla="*/ 59 w 59"/>
                <a:gd name="T17" fmla="*/ 140 h 140"/>
                <a:gd name="T18" fmla="*/ 0 w 59"/>
                <a:gd name="T19" fmla="*/ 140 h 140"/>
                <a:gd name="T20" fmla="*/ 0 w 59"/>
                <a:gd name="T21" fmla="*/ 0 h 140"/>
                <a:gd name="T22" fmla="*/ 59 w 59"/>
                <a:gd name="T23" fmla="*/ 0 h 140"/>
                <a:gd name="T24" fmla="*/ 59 w 59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140">
                  <a:moveTo>
                    <a:pt x="59" y="20"/>
                  </a:moveTo>
                  <a:lnTo>
                    <a:pt x="22" y="20"/>
                  </a:lnTo>
                  <a:lnTo>
                    <a:pt x="22" y="59"/>
                  </a:lnTo>
                  <a:lnTo>
                    <a:pt x="54" y="59"/>
                  </a:lnTo>
                  <a:lnTo>
                    <a:pt x="54" y="79"/>
                  </a:lnTo>
                  <a:lnTo>
                    <a:pt x="22" y="79"/>
                  </a:lnTo>
                  <a:lnTo>
                    <a:pt x="22" y="120"/>
                  </a:lnTo>
                  <a:lnTo>
                    <a:pt x="59" y="120"/>
                  </a:lnTo>
                  <a:lnTo>
                    <a:pt x="59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8" name="Freeform 18"/>
            <p:cNvSpPr>
              <a:spLocks noEditPoints="1"/>
            </p:cNvSpPr>
            <p:nvPr/>
          </p:nvSpPr>
          <p:spPr bwMode="auto">
            <a:xfrm>
              <a:off x="5640" y="3704"/>
              <a:ext cx="72" cy="140"/>
            </a:xfrm>
            <a:custGeom>
              <a:avLst/>
              <a:gdLst>
                <a:gd name="T0" fmla="*/ 227 w 464"/>
                <a:gd name="T1" fmla="*/ 0 h 910"/>
                <a:gd name="T2" fmla="*/ 333 w 464"/>
                <a:gd name="T3" fmla="*/ 13 h 910"/>
                <a:gd name="T4" fmla="*/ 404 w 464"/>
                <a:gd name="T5" fmla="*/ 56 h 910"/>
                <a:gd name="T6" fmla="*/ 449 w 464"/>
                <a:gd name="T7" fmla="*/ 128 h 910"/>
                <a:gd name="T8" fmla="*/ 461 w 464"/>
                <a:gd name="T9" fmla="*/ 243 h 910"/>
                <a:gd name="T10" fmla="*/ 451 w 464"/>
                <a:gd name="T11" fmla="*/ 330 h 910"/>
                <a:gd name="T12" fmla="*/ 409 w 464"/>
                <a:gd name="T13" fmla="*/ 401 h 910"/>
                <a:gd name="T14" fmla="*/ 387 w 464"/>
                <a:gd name="T15" fmla="*/ 419 h 910"/>
                <a:gd name="T16" fmla="*/ 362 w 464"/>
                <a:gd name="T17" fmla="*/ 433 h 910"/>
                <a:gd name="T18" fmla="*/ 411 w 464"/>
                <a:gd name="T19" fmla="*/ 466 h 910"/>
                <a:gd name="T20" fmla="*/ 454 w 464"/>
                <a:gd name="T21" fmla="*/ 543 h 910"/>
                <a:gd name="T22" fmla="*/ 464 w 464"/>
                <a:gd name="T23" fmla="*/ 649 h 910"/>
                <a:gd name="T24" fmla="*/ 451 w 464"/>
                <a:gd name="T25" fmla="*/ 775 h 910"/>
                <a:gd name="T26" fmla="*/ 405 w 464"/>
                <a:gd name="T27" fmla="*/ 853 h 910"/>
                <a:gd name="T28" fmla="*/ 333 w 464"/>
                <a:gd name="T29" fmla="*/ 896 h 910"/>
                <a:gd name="T30" fmla="*/ 226 w 464"/>
                <a:gd name="T31" fmla="*/ 910 h 910"/>
                <a:gd name="T32" fmla="*/ 0 w 464"/>
                <a:gd name="T33" fmla="*/ 910 h 910"/>
                <a:gd name="T34" fmla="*/ 0 w 464"/>
                <a:gd name="T35" fmla="*/ 0 h 910"/>
                <a:gd name="T36" fmla="*/ 227 w 464"/>
                <a:gd name="T37" fmla="*/ 0 h 910"/>
                <a:gd name="T38" fmla="*/ 143 w 464"/>
                <a:gd name="T39" fmla="*/ 129 h 910"/>
                <a:gd name="T40" fmla="*/ 143 w 464"/>
                <a:gd name="T41" fmla="*/ 376 h 910"/>
                <a:gd name="T42" fmla="*/ 214 w 464"/>
                <a:gd name="T43" fmla="*/ 376 h 910"/>
                <a:gd name="T44" fmla="*/ 294 w 464"/>
                <a:gd name="T45" fmla="*/ 346 h 910"/>
                <a:gd name="T46" fmla="*/ 318 w 464"/>
                <a:gd name="T47" fmla="*/ 252 h 910"/>
                <a:gd name="T48" fmla="*/ 294 w 464"/>
                <a:gd name="T49" fmla="*/ 156 h 910"/>
                <a:gd name="T50" fmla="*/ 214 w 464"/>
                <a:gd name="T51" fmla="*/ 129 h 910"/>
                <a:gd name="T52" fmla="*/ 143 w 464"/>
                <a:gd name="T53" fmla="*/ 129 h 910"/>
                <a:gd name="T54" fmla="*/ 143 w 464"/>
                <a:gd name="T55" fmla="*/ 497 h 910"/>
                <a:gd name="T56" fmla="*/ 143 w 464"/>
                <a:gd name="T57" fmla="*/ 781 h 910"/>
                <a:gd name="T58" fmla="*/ 212 w 464"/>
                <a:gd name="T59" fmla="*/ 781 h 910"/>
                <a:gd name="T60" fmla="*/ 295 w 464"/>
                <a:gd name="T61" fmla="*/ 750 h 910"/>
                <a:gd name="T62" fmla="*/ 321 w 464"/>
                <a:gd name="T63" fmla="*/ 639 h 910"/>
                <a:gd name="T64" fmla="*/ 295 w 464"/>
                <a:gd name="T65" fmla="*/ 530 h 910"/>
                <a:gd name="T66" fmla="*/ 212 w 464"/>
                <a:gd name="T67" fmla="*/ 497 h 910"/>
                <a:gd name="T68" fmla="*/ 143 w 464"/>
                <a:gd name="T69" fmla="*/ 497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64" h="910">
                  <a:moveTo>
                    <a:pt x="227" y="0"/>
                  </a:moveTo>
                  <a:cubicBezTo>
                    <a:pt x="270" y="0"/>
                    <a:pt x="305" y="4"/>
                    <a:pt x="333" y="13"/>
                  </a:cubicBezTo>
                  <a:cubicBezTo>
                    <a:pt x="362" y="22"/>
                    <a:pt x="385" y="36"/>
                    <a:pt x="404" y="56"/>
                  </a:cubicBezTo>
                  <a:cubicBezTo>
                    <a:pt x="425" y="77"/>
                    <a:pt x="440" y="101"/>
                    <a:pt x="449" y="128"/>
                  </a:cubicBezTo>
                  <a:cubicBezTo>
                    <a:pt x="457" y="155"/>
                    <a:pt x="461" y="193"/>
                    <a:pt x="461" y="243"/>
                  </a:cubicBezTo>
                  <a:cubicBezTo>
                    <a:pt x="461" y="275"/>
                    <a:pt x="458" y="304"/>
                    <a:pt x="451" y="330"/>
                  </a:cubicBezTo>
                  <a:cubicBezTo>
                    <a:pt x="444" y="355"/>
                    <a:pt x="430" y="379"/>
                    <a:pt x="409" y="401"/>
                  </a:cubicBezTo>
                  <a:cubicBezTo>
                    <a:pt x="402" y="408"/>
                    <a:pt x="395" y="414"/>
                    <a:pt x="387" y="419"/>
                  </a:cubicBezTo>
                  <a:cubicBezTo>
                    <a:pt x="380" y="424"/>
                    <a:pt x="371" y="429"/>
                    <a:pt x="362" y="433"/>
                  </a:cubicBezTo>
                  <a:cubicBezTo>
                    <a:pt x="382" y="443"/>
                    <a:pt x="399" y="454"/>
                    <a:pt x="411" y="466"/>
                  </a:cubicBezTo>
                  <a:cubicBezTo>
                    <a:pt x="433" y="489"/>
                    <a:pt x="447" y="514"/>
                    <a:pt x="454" y="543"/>
                  </a:cubicBezTo>
                  <a:cubicBezTo>
                    <a:pt x="461" y="571"/>
                    <a:pt x="464" y="607"/>
                    <a:pt x="464" y="649"/>
                  </a:cubicBezTo>
                  <a:cubicBezTo>
                    <a:pt x="464" y="703"/>
                    <a:pt x="460" y="745"/>
                    <a:pt x="451" y="775"/>
                  </a:cubicBezTo>
                  <a:cubicBezTo>
                    <a:pt x="443" y="805"/>
                    <a:pt x="427" y="831"/>
                    <a:pt x="405" y="853"/>
                  </a:cubicBezTo>
                  <a:cubicBezTo>
                    <a:pt x="385" y="872"/>
                    <a:pt x="362" y="887"/>
                    <a:pt x="333" y="896"/>
                  </a:cubicBezTo>
                  <a:cubicBezTo>
                    <a:pt x="305" y="906"/>
                    <a:pt x="269" y="910"/>
                    <a:pt x="226" y="910"/>
                  </a:cubicBezTo>
                  <a:cubicBezTo>
                    <a:pt x="0" y="910"/>
                    <a:pt x="0" y="910"/>
                    <a:pt x="0" y="91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27" y="0"/>
                  </a:lnTo>
                  <a:close/>
                  <a:moveTo>
                    <a:pt x="143" y="129"/>
                  </a:moveTo>
                  <a:cubicBezTo>
                    <a:pt x="143" y="376"/>
                    <a:pt x="143" y="376"/>
                    <a:pt x="143" y="376"/>
                  </a:cubicBezTo>
                  <a:cubicBezTo>
                    <a:pt x="214" y="376"/>
                    <a:pt x="214" y="376"/>
                    <a:pt x="214" y="376"/>
                  </a:cubicBezTo>
                  <a:cubicBezTo>
                    <a:pt x="252" y="376"/>
                    <a:pt x="279" y="366"/>
                    <a:pt x="294" y="346"/>
                  </a:cubicBezTo>
                  <a:cubicBezTo>
                    <a:pt x="310" y="327"/>
                    <a:pt x="318" y="295"/>
                    <a:pt x="318" y="252"/>
                  </a:cubicBezTo>
                  <a:cubicBezTo>
                    <a:pt x="318" y="206"/>
                    <a:pt x="310" y="175"/>
                    <a:pt x="294" y="156"/>
                  </a:cubicBezTo>
                  <a:cubicBezTo>
                    <a:pt x="279" y="138"/>
                    <a:pt x="252" y="129"/>
                    <a:pt x="214" y="129"/>
                  </a:cubicBezTo>
                  <a:lnTo>
                    <a:pt x="143" y="129"/>
                  </a:lnTo>
                  <a:close/>
                  <a:moveTo>
                    <a:pt x="143" y="497"/>
                  </a:moveTo>
                  <a:cubicBezTo>
                    <a:pt x="143" y="781"/>
                    <a:pt x="143" y="781"/>
                    <a:pt x="143" y="781"/>
                  </a:cubicBezTo>
                  <a:cubicBezTo>
                    <a:pt x="212" y="781"/>
                    <a:pt x="212" y="781"/>
                    <a:pt x="212" y="781"/>
                  </a:cubicBezTo>
                  <a:cubicBezTo>
                    <a:pt x="250" y="781"/>
                    <a:pt x="278" y="771"/>
                    <a:pt x="295" y="750"/>
                  </a:cubicBezTo>
                  <a:cubicBezTo>
                    <a:pt x="312" y="729"/>
                    <a:pt x="321" y="692"/>
                    <a:pt x="321" y="639"/>
                  </a:cubicBezTo>
                  <a:cubicBezTo>
                    <a:pt x="321" y="588"/>
                    <a:pt x="312" y="552"/>
                    <a:pt x="295" y="530"/>
                  </a:cubicBezTo>
                  <a:cubicBezTo>
                    <a:pt x="278" y="508"/>
                    <a:pt x="250" y="497"/>
                    <a:pt x="212" y="497"/>
                  </a:cubicBezTo>
                  <a:lnTo>
                    <a:pt x="143" y="4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9" name="Freeform 19"/>
            <p:cNvSpPr>
              <a:spLocks/>
            </p:cNvSpPr>
            <p:nvPr/>
          </p:nvSpPr>
          <p:spPr bwMode="auto">
            <a:xfrm>
              <a:off x="5753" y="3704"/>
              <a:ext cx="60" cy="140"/>
            </a:xfrm>
            <a:custGeom>
              <a:avLst/>
              <a:gdLst>
                <a:gd name="T0" fmla="*/ 60 w 60"/>
                <a:gd name="T1" fmla="*/ 20 h 140"/>
                <a:gd name="T2" fmla="*/ 23 w 60"/>
                <a:gd name="T3" fmla="*/ 20 h 140"/>
                <a:gd name="T4" fmla="*/ 23 w 60"/>
                <a:gd name="T5" fmla="*/ 59 h 140"/>
                <a:gd name="T6" fmla="*/ 55 w 60"/>
                <a:gd name="T7" fmla="*/ 59 h 140"/>
                <a:gd name="T8" fmla="*/ 55 w 60"/>
                <a:gd name="T9" fmla="*/ 79 h 140"/>
                <a:gd name="T10" fmla="*/ 23 w 60"/>
                <a:gd name="T11" fmla="*/ 79 h 140"/>
                <a:gd name="T12" fmla="*/ 23 w 60"/>
                <a:gd name="T13" fmla="*/ 120 h 140"/>
                <a:gd name="T14" fmla="*/ 60 w 60"/>
                <a:gd name="T15" fmla="*/ 120 h 140"/>
                <a:gd name="T16" fmla="*/ 60 w 60"/>
                <a:gd name="T17" fmla="*/ 140 h 140"/>
                <a:gd name="T18" fmla="*/ 0 w 60"/>
                <a:gd name="T19" fmla="*/ 140 h 140"/>
                <a:gd name="T20" fmla="*/ 0 w 60"/>
                <a:gd name="T21" fmla="*/ 0 h 140"/>
                <a:gd name="T22" fmla="*/ 60 w 60"/>
                <a:gd name="T23" fmla="*/ 0 h 140"/>
                <a:gd name="T24" fmla="*/ 60 w 60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140">
                  <a:moveTo>
                    <a:pt x="60" y="20"/>
                  </a:moveTo>
                  <a:lnTo>
                    <a:pt x="23" y="20"/>
                  </a:lnTo>
                  <a:lnTo>
                    <a:pt x="23" y="59"/>
                  </a:lnTo>
                  <a:lnTo>
                    <a:pt x="55" y="59"/>
                  </a:lnTo>
                  <a:lnTo>
                    <a:pt x="55" y="79"/>
                  </a:lnTo>
                  <a:lnTo>
                    <a:pt x="23" y="79"/>
                  </a:lnTo>
                  <a:lnTo>
                    <a:pt x="23" y="120"/>
                  </a:lnTo>
                  <a:lnTo>
                    <a:pt x="60" y="120"/>
                  </a:lnTo>
                  <a:lnTo>
                    <a:pt x="60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0" name="Freeform 20"/>
            <p:cNvSpPr>
              <a:spLocks/>
            </p:cNvSpPr>
            <p:nvPr/>
          </p:nvSpPr>
          <p:spPr bwMode="auto">
            <a:xfrm>
              <a:off x="5847" y="3703"/>
              <a:ext cx="73" cy="143"/>
            </a:xfrm>
            <a:custGeom>
              <a:avLst/>
              <a:gdLst>
                <a:gd name="T0" fmla="*/ 238 w 472"/>
                <a:gd name="T1" fmla="*/ 0 h 927"/>
                <a:gd name="T2" fmla="*/ 401 w 472"/>
                <a:gd name="T3" fmla="*/ 55 h 927"/>
                <a:gd name="T4" fmla="*/ 451 w 472"/>
                <a:gd name="T5" fmla="*/ 139 h 927"/>
                <a:gd name="T6" fmla="*/ 465 w 472"/>
                <a:gd name="T7" fmla="*/ 253 h 927"/>
                <a:gd name="T8" fmla="*/ 322 w 472"/>
                <a:gd name="T9" fmla="*/ 253 h 927"/>
                <a:gd name="T10" fmla="*/ 318 w 472"/>
                <a:gd name="T11" fmla="*/ 198 h 927"/>
                <a:gd name="T12" fmla="*/ 300 w 472"/>
                <a:gd name="T13" fmla="*/ 156 h 927"/>
                <a:gd name="T14" fmla="*/ 236 w 472"/>
                <a:gd name="T15" fmla="*/ 129 h 927"/>
                <a:gd name="T16" fmla="*/ 200 w 472"/>
                <a:gd name="T17" fmla="*/ 136 h 927"/>
                <a:gd name="T18" fmla="*/ 175 w 472"/>
                <a:gd name="T19" fmla="*/ 155 h 927"/>
                <a:gd name="T20" fmla="*/ 151 w 472"/>
                <a:gd name="T21" fmla="*/ 244 h 927"/>
                <a:gd name="T22" fmla="*/ 153 w 472"/>
                <a:gd name="T23" fmla="*/ 292 h 927"/>
                <a:gd name="T24" fmla="*/ 164 w 472"/>
                <a:gd name="T25" fmla="*/ 324 h 927"/>
                <a:gd name="T26" fmla="*/ 187 w 472"/>
                <a:gd name="T27" fmla="*/ 348 h 927"/>
                <a:gd name="T28" fmla="*/ 226 w 472"/>
                <a:gd name="T29" fmla="*/ 367 h 927"/>
                <a:gd name="T30" fmla="*/ 334 w 472"/>
                <a:gd name="T31" fmla="*/ 411 h 927"/>
                <a:gd name="T32" fmla="*/ 401 w 472"/>
                <a:gd name="T33" fmla="*/ 448 h 927"/>
                <a:gd name="T34" fmla="*/ 444 w 472"/>
                <a:gd name="T35" fmla="*/ 498 h 927"/>
                <a:gd name="T36" fmla="*/ 465 w 472"/>
                <a:gd name="T37" fmla="*/ 568 h 927"/>
                <a:gd name="T38" fmla="*/ 472 w 472"/>
                <a:gd name="T39" fmla="*/ 666 h 927"/>
                <a:gd name="T40" fmla="*/ 460 w 472"/>
                <a:gd name="T41" fmla="*/ 785 h 927"/>
                <a:gd name="T42" fmla="*/ 413 w 472"/>
                <a:gd name="T43" fmla="*/ 867 h 927"/>
                <a:gd name="T44" fmla="*/ 341 w 472"/>
                <a:gd name="T45" fmla="*/ 911 h 927"/>
                <a:gd name="T46" fmla="*/ 235 w 472"/>
                <a:gd name="T47" fmla="*/ 927 h 927"/>
                <a:gd name="T48" fmla="*/ 59 w 472"/>
                <a:gd name="T49" fmla="*/ 867 h 927"/>
                <a:gd name="T50" fmla="*/ 13 w 472"/>
                <a:gd name="T51" fmla="*/ 789 h 927"/>
                <a:gd name="T52" fmla="*/ 0 w 472"/>
                <a:gd name="T53" fmla="*/ 671 h 927"/>
                <a:gd name="T54" fmla="*/ 143 w 472"/>
                <a:gd name="T55" fmla="*/ 671 h 927"/>
                <a:gd name="T56" fmla="*/ 148 w 472"/>
                <a:gd name="T57" fmla="*/ 732 h 927"/>
                <a:gd name="T58" fmla="*/ 169 w 472"/>
                <a:gd name="T59" fmla="*/ 774 h 927"/>
                <a:gd name="T60" fmla="*/ 195 w 472"/>
                <a:gd name="T61" fmla="*/ 791 h 927"/>
                <a:gd name="T62" fmla="*/ 235 w 472"/>
                <a:gd name="T63" fmla="*/ 798 h 927"/>
                <a:gd name="T64" fmla="*/ 304 w 472"/>
                <a:gd name="T65" fmla="*/ 773 h 927"/>
                <a:gd name="T66" fmla="*/ 323 w 472"/>
                <a:gd name="T67" fmla="*/ 732 h 927"/>
                <a:gd name="T68" fmla="*/ 329 w 472"/>
                <a:gd name="T69" fmla="*/ 671 h 927"/>
                <a:gd name="T70" fmla="*/ 325 w 472"/>
                <a:gd name="T71" fmla="*/ 611 h 927"/>
                <a:gd name="T72" fmla="*/ 313 w 472"/>
                <a:gd name="T73" fmla="*/ 571 h 927"/>
                <a:gd name="T74" fmla="*/ 286 w 472"/>
                <a:gd name="T75" fmla="*/ 544 h 927"/>
                <a:gd name="T76" fmla="*/ 243 w 472"/>
                <a:gd name="T77" fmla="*/ 522 h 927"/>
                <a:gd name="T78" fmla="*/ 134 w 472"/>
                <a:gd name="T79" fmla="*/ 477 h 927"/>
                <a:gd name="T80" fmla="*/ 75 w 472"/>
                <a:gd name="T81" fmla="*/ 445 h 927"/>
                <a:gd name="T82" fmla="*/ 36 w 472"/>
                <a:gd name="T83" fmla="*/ 401 h 927"/>
                <a:gd name="T84" fmla="*/ 15 w 472"/>
                <a:gd name="T85" fmla="*/ 338 h 927"/>
                <a:gd name="T86" fmla="*/ 7 w 472"/>
                <a:gd name="T87" fmla="*/ 248 h 927"/>
                <a:gd name="T88" fmla="*/ 26 w 472"/>
                <a:gd name="T89" fmla="*/ 137 h 927"/>
                <a:gd name="T90" fmla="*/ 82 w 472"/>
                <a:gd name="T91" fmla="*/ 55 h 927"/>
                <a:gd name="T92" fmla="*/ 150 w 472"/>
                <a:gd name="T93" fmla="*/ 15 h 927"/>
                <a:gd name="T94" fmla="*/ 238 w 472"/>
                <a:gd name="T95" fmla="*/ 0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2" h="927">
                  <a:moveTo>
                    <a:pt x="238" y="0"/>
                  </a:moveTo>
                  <a:cubicBezTo>
                    <a:pt x="309" y="0"/>
                    <a:pt x="363" y="18"/>
                    <a:pt x="401" y="55"/>
                  </a:cubicBezTo>
                  <a:cubicBezTo>
                    <a:pt x="425" y="78"/>
                    <a:pt x="442" y="106"/>
                    <a:pt x="451" y="139"/>
                  </a:cubicBezTo>
                  <a:cubicBezTo>
                    <a:pt x="461" y="172"/>
                    <a:pt x="465" y="210"/>
                    <a:pt x="465" y="253"/>
                  </a:cubicBezTo>
                  <a:cubicBezTo>
                    <a:pt x="322" y="253"/>
                    <a:pt x="322" y="253"/>
                    <a:pt x="322" y="253"/>
                  </a:cubicBezTo>
                  <a:cubicBezTo>
                    <a:pt x="322" y="233"/>
                    <a:pt x="321" y="214"/>
                    <a:pt x="318" y="198"/>
                  </a:cubicBezTo>
                  <a:cubicBezTo>
                    <a:pt x="316" y="182"/>
                    <a:pt x="310" y="168"/>
                    <a:pt x="300" y="156"/>
                  </a:cubicBezTo>
                  <a:cubicBezTo>
                    <a:pt x="287" y="138"/>
                    <a:pt x="265" y="129"/>
                    <a:pt x="236" y="129"/>
                  </a:cubicBezTo>
                  <a:cubicBezTo>
                    <a:pt x="222" y="129"/>
                    <a:pt x="210" y="131"/>
                    <a:pt x="200" y="136"/>
                  </a:cubicBezTo>
                  <a:cubicBezTo>
                    <a:pt x="190" y="141"/>
                    <a:pt x="182" y="147"/>
                    <a:pt x="175" y="155"/>
                  </a:cubicBezTo>
                  <a:cubicBezTo>
                    <a:pt x="159" y="173"/>
                    <a:pt x="151" y="203"/>
                    <a:pt x="151" y="244"/>
                  </a:cubicBezTo>
                  <a:cubicBezTo>
                    <a:pt x="151" y="263"/>
                    <a:pt x="152" y="279"/>
                    <a:pt x="153" y="292"/>
                  </a:cubicBezTo>
                  <a:cubicBezTo>
                    <a:pt x="155" y="304"/>
                    <a:pt x="159" y="315"/>
                    <a:pt x="164" y="324"/>
                  </a:cubicBezTo>
                  <a:cubicBezTo>
                    <a:pt x="170" y="333"/>
                    <a:pt x="177" y="341"/>
                    <a:pt x="187" y="348"/>
                  </a:cubicBezTo>
                  <a:cubicBezTo>
                    <a:pt x="197" y="355"/>
                    <a:pt x="210" y="361"/>
                    <a:pt x="226" y="367"/>
                  </a:cubicBezTo>
                  <a:cubicBezTo>
                    <a:pt x="334" y="411"/>
                    <a:pt x="334" y="411"/>
                    <a:pt x="334" y="411"/>
                  </a:cubicBezTo>
                  <a:cubicBezTo>
                    <a:pt x="361" y="422"/>
                    <a:pt x="384" y="434"/>
                    <a:pt x="401" y="448"/>
                  </a:cubicBezTo>
                  <a:cubicBezTo>
                    <a:pt x="419" y="461"/>
                    <a:pt x="433" y="478"/>
                    <a:pt x="444" y="498"/>
                  </a:cubicBezTo>
                  <a:cubicBezTo>
                    <a:pt x="454" y="517"/>
                    <a:pt x="461" y="541"/>
                    <a:pt x="465" y="568"/>
                  </a:cubicBezTo>
                  <a:cubicBezTo>
                    <a:pt x="470" y="595"/>
                    <a:pt x="472" y="628"/>
                    <a:pt x="472" y="666"/>
                  </a:cubicBezTo>
                  <a:cubicBezTo>
                    <a:pt x="472" y="713"/>
                    <a:pt x="468" y="753"/>
                    <a:pt x="460" y="785"/>
                  </a:cubicBezTo>
                  <a:cubicBezTo>
                    <a:pt x="452" y="818"/>
                    <a:pt x="436" y="845"/>
                    <a:pt x="413" y="867"/>
                  </a:cubicBezTo>
                  <a:cubicBezTo>
                    <a:pt x="394" y="885"/>
                    <a:pt x="370" y="900"/>
                    <a:pt x="341" y="911"/>
                  </a:cubicBezTo>
                  <a:cubicBezTo>
                    <a:pt x="311" y="922"/>
                    <a:pt x="276" y="927"/>
                    <a:pt x="235" y="927"/>
                  </a:cubicBezTo>
                  <a:cubicBezTo>
                    <a:pt x="158" y="927"/>
                    <a:pt x="99" y="907"/>
                    <a:pt x="59" y="867"/>
                  </a:cubicBezTo>
                  <a:cubicBezTo>
                    <a:pt x="36" y="845"/>
                    <a:pt x="21" y="819"/>
                    <a:pt x="13" y="789"/>
                  </a:cubicBezTo>
                  <a:cubicBezTo>
                    <a:pt x="4" y="759"/>
                    <a:pt x="0" y="720"/>
                    <a:pt x="0" y="671"/>
                  </a:cubicBezTo>
                  <a:cubicBezTo>
                    <a:pt x="143" y="671"/>
                    <a:pt x="143" y="671"/>
                    <a:pt x="143" y="671"/>
                  </a:cubicBezTo>
                  <a:cubicBezTo>
                    <a:pt x="143" y="696"/>
                    <a:pt x="145" y="716"/>
                    <a:pt x="148" y="732"/>
                  </a:cubicBezTo>
                  <a:cubicBezTo>
                    <a:pt x="152" y="748"/>
                    <a:pt x="158" y="762"/>
                    <a:pt x="169" y="774"/>
                  </a:cubicBezTo>
                  <a:cubicBezTo>
                    <a:pt x="175" y="781"/>
                    <a:pt x="184" y="786"/>
                    <a:pt x="195" y="791"/>
                  </a:cubicBezTo>
                  <a:cubicBezTo>
                    <a:pt x="206" y="796"/>
                    <a:pt x="219" y="798"/>
                    <a:pt x="235" y="798"/>
                  </a:cubicBezTo>
                  <a:cubicBezTo>
                    <a:pt x="267" y="798"/>
                    <a:pt x="290" y="790"/>
                    <a:pt x="304" y="773"/>
                  </a:cubicBezTo>
                  <a:cubicBezTo>
                    <a:pt x="314" y="761"/>
                    <a:pt x="320" y="748"/>
                    <a:pt x="323" y="732"/>
                  </a:cubicBezTo>
                  <a:cubicBezTo>
                    <a:pt x="327" y="716"/>
                    <a:pt x="329" y="696"/>
                    <a:pt x="329" y="671"/>
                  </a:cubicBezTo>
                  <a:cubicBezTo>
                    <a:pt x="329" y="648"/>
                    <a:pt x="327" y="628"/>
                    <a:pt x="325" y="611"/>
                  </a:cubicBezTo>
                  <a:cubicBezTo>
                    <a:pt x="323" y="595"/>
                    <a:pt x="319" y="582"/>
                    <a:pt x="313" y="571"/>
                  </a:cubicBezTo>
                  <a:cubicBezTo>
                    <a:pt x="306" y="560"/>
                    <a:pt x="297" y="551"/>
                    <a:pt x="286" y="544"/>
                  </a:cubicBezTo>
                  <a:cubicBezTo>
                    <a:pt x="275" y="536"/>
                    <a:pt x="261" y="529"/>
                    <a:pt x="243" y="522"/>
                  </a:cubicBezTo>
                  <a:cubicBezTo>
                    <a:pt x="134" y="477"/>
                    <a:pt x="134" y="477"/>
                    <a:pt x="134" y="477"/>
                  </a:cubicBezTo>
                  <a:cubicBezTo>
                    <a:pt x="111" y="468"/>
                    <a:pt x="91" y="457"/>
                    <a:pt x="75" y="445"/>
                  </a:cubicBezTo>
                  <a:cubicBezTo>
                    <a:pt x="59" y="433"/>
                    <a:pt x="46" y="418"/>
                    <a:pt x="36" y="401"/>
                  </a:cubicBezTo>
                  <a:cubicBezTo>
                    <a:pt x="26" y="383"/>
                    <a:pt x="19" y="362"/>
                    <a:pt x="15" y="338"/>
                  </a:cubicBezTo>
                  <a:cubicBezTo>
                    <a:pt x="10" y="313"/>
                    <a:pt x="7" y="283"/>
                    <a:pt x="7" y="248"/>
                  </a:cubicBezTo>
                  <a:cubicBezTo>
                    <a:pt x="7" y="207"/>
                    <a:pt x="14" y="170"/>
                    <a:pt x="26" y="137"/>
                  </a:cubicBezTo>
                  <a:cubicBezTo>
                    <a:pt x="38" y="105"/>
                    <a:pt x="57" y="77"/>
                    <a:pt x="82" y="55"/>
                  </a:cubicBezTo>
                  <a:cubicBezTo>
                    <a:pt x="101" y="38"/>
                    <a:pt x="124" y="24"/>
                    <a:pt x="150" y="15"/>
                  </a:cubicBezTo>
                  <a:cubicBezTo>
                    <a:pt x="176" y="5"/>
                    <a:pt x="205" y="0"/>
                    <a:pt x="2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1" name="Freeform 21"/>
            <p:cNvSpPr>
              <a:spLocks/>
            </p:cNvSpPr>
            <p:nvPr/>
          </p:nvSpPr>
          <p:spPr bwMode="auto">
            <a:xfrm>
              <a:off x="5950" y="3704"/>
              <a:ext cx="69" cy="140"/>
            </a:xfrm>
            <a:custGeom>
              <a:avLst/>
              <a:gdLst>
                <a:gd name="T0" fmla="*/ 69 w 69"/>
                <a:gd name="T1" fmla="*/ 20 h 140"/>
                <a:gd name="T2" fmla="*/ 46 w 69"/>
                <a:gd name="T3" fmla="*/ 20 h 140"/>
                <a:gd name="T4" fmla="*/ 46 w 69"/>
                <a:gd name="T5" fmla="*/ 140 h 140"/>
                <a:gd name="T6" fmla="*/ 24 w 69"/>
                <a:gd name="T7" fmla="*/ 140 h 140"/>
                <a:gd name="T8" fmla="*/ 24 w 69"/>
                <a:gd name="T9" fmla="*/ 20 h 140"/>
                <a:gd name="T10" fmla="*/ 0 w 69"/>
                <a:gd name="T11" fmla="*/ 20 h 140"/>
                <a:gd name="T12" fmla="*/ 0 w 69"/>
                <a:gd name="T13" fmla="*/ 0 h 140"/>
                <a:gd name="T14" fmla="*/ 69 w 69"/>
                <a:gd name="T15" fmla="*/ 0 h 140"/>
                <a:gd name="T16" fmla="*/ 69 w 69"/>
                <a:gd name="T17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40">
                  <a:moveTo>
                    <a:pt x="69" y="20"/>
                  </a:moveTo>
                  <a:lnTo>
                    <a:pt x="46" y="20"/>
                  </a:lnTo>
                  <a:lnTo>
                    <a:pt x="46" y="140"/>
                  </a:lnTo>
                  <a:lnTo>
                    <a:pt x="24" y="140"/>
                  </a:lnTo>
                  <a:lnTo>
                    <a:pt x="24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2" name="Freeform 22"/>
            <p:cNvSpPr>
              <a:spLocks/>
            </p:cNvSpPr>
            <p:nvPr/>
          </p:nvSpPr>
          <p:spPr bwMode="auto">
            <a:xfrm>
              <a:off x="6104" y="3703"/>
              <a:ext cx="73" cy="143"/>
            </a:xfrm>
            <a:custGeom>
              <a:avLst/>
              <a:gdLst>
                <a:gd name="T0" fmla="*/ 238 w 472"/>
                <a:gd name="T1" fmla="*/ 0 h 927"/>
                <a:gd name="T2" fmla="*/ 402 w 472"/>
                <a:gd name="T3" fmla="*/ 55 h 927"/>
                <a:gd name="T4" fmla="*/ 452 w 472"/>
                <a:gd name="T5" fmla="*/ 139 h 927"/>
                <a:gd name="T6" fmla="*/ 466 w 472"/>
                <a:gd name="T7" fmla="*/ 253 h 927"/>
                <a:gd name="T8" fmla="*/ 323 w 472"/>
                <a:gd name="T9" fmla="*/ 253 h 927"/>
                <a:gd name="T10" fmla="*/ 319 w 472"/>
                <a:gd name="T11" fmla="*/ 198 h 927"/>
                <a:gd name="T12" fmla="*/ 301 w 472"/>
                <a:gd name="T13" fmla="*/ 156 h 927"/>
                <a:gd name="T14" fmla="*/ 237 w 472"/>
                <a:gd name="T15" fmla="*/ 129 h 927"/>
                <a:gd name="T16" fmla="*/ 201 w 472"/>
                <a:gd name="T17" fmla="*/ 136 h 927"/>
                <a:gd name="T18" fmla="*/ 176 w 472"/>
                <a:gd name="T19" fmla="*/ 155 h 927"/>
                <a:gd name="T20" fmla="*/ 151 w 472"/>
                <a:gd name="T21" fmla="*/ 244 h 927"/>
                <a:gd name="T22" fmla="*/ 154 w 472"/>
                <a:gd name="T23" fmla="*/ 292 h 927"/>
                <a:gd name="T24" fmla="*/ 165 w 472"/>
                <a:gd name="T25" fmla="*/ 324 h 927"/>
                <a:gd name="T26" fmla="*/ 188 w 472"/>
                <a:gd name="T27" fmla="*/ 348 h 927"/>
                <a:gd name="T28" fmla="*/ 227 w 472"/>
                <a:gd name="T29" fmla="*/ 367 h 927"/>
                <a:gd name="T30" fmla="*/ 334 w 472"/>
                <a:gd name="T31" fmla="*/ 411 h 927"/>
                <a:gd name="T32" fmla="*/ 402 w 472"/>
                <a:gd name="T33" fmla="*/ 448 h 927"/>
                <a:gd name="T34" fmla="*/ 444 w 472"/>
                <a:gd name="T35" fmla="*/ 498 h 927"/>
                <a:gd name="T36" fmla="*/ 466 w 472"/>
                <a:gd name="T37" fmla="*/ 568 h 927"/>
                <a:gd name="T38" fmla="*/ 472 w 472"/>
                <a:gd name="T39" fmla="*/ 666 h 927"/>
                <a:gd name="T40" fmla="*/ 460 w 472"/>
                <a:gd name="T41" fmla="*/ 785 h 927"/>
                <a:gd name="T42" fmla="*/ 414 w 472"/>
                <a:gd name="T43" fmla="*/ 867 h 927"/>
                <a:gd name="T44" fmla="*/ 341 w 472"/>
                <a:gd name="T45" fmla="*/ 911 h 927"/>
                <a:gd name="T46" fmla="*/ 236 w 472"/>
                <a:gd name="T47" fmla="*/ 927 h 927"/>
                <a:gd name="T48" fmla="*/ 59 w 472"/>
                <a:gd name="T49" fmla="*/ 867 h 927"/>
                <a:gd name="T50" fmla="*/ 13 w 472"/>
                <a:gd name="T51" fmla="*/ 789 h 927"/>
                <a:gd name="T52" fmla="*/ 0 w 472"/>
                <a:gd name="T53" fmla="*/ 671 h 927"/>
                <a:gd name="T54" fmla="*/ 144 w 472"/>
                <a:gd name="T55" fmla="*/ 671 h 927"/>
                <a:gd name="T56" fmla="*/ 149 w 472"/>
                <a:gd name="T57" fmla="*/ 732 h 927"/>
                <a:gd name="T58" fmla="*/ 169 w 472"/>
                <a:gd name="T59" fmla="*/ 774 h 927"/>
                <a:gd name="T60" fmla="*/ 195 w 472"/>
                <a:gd name="T61" fmla="*/ 791 h 927"/>
                <a:gd name="T62" fmla="*/ 236 w 472"/>
                <a:gd name="T63" fmla="*/ 798 h 927"/>
                <a:gd name="T64" fmla="*/ 305 w 472"/>
                <a:gd name="T65" fmla="*/ 773 h 927"/>
                <a:gd name="T66" fmla="*/ 324 w 472"/>
                <a:gd name="T67" fmla="*/ 732 h 927"/>
                <a:gd name="T68" fmla="*/ 329 w 472"/>
                <a:gd name="T69" fmla="*/ 671 h 927"/>
                <a:gd name="T70" fmla="*/ 326 w 472"/>
                <a:gd name="T71" fmla="*/ 611 h 927"/>
                <a:gd name="T72" fmla="*/ 313 w 472"/>
                <a:gd name="T73" fmla="*/ 571 h 927"/>
                <a:gd name="T74" fmla="*/ 287 w 472"/>
                <a:gd name="T75" fmla="*/ 544 h 927"/>
                <a:gd name="T76" fmla="*/ 243 w 472"/>
                <a:gd name="T77" fmla="*/ 522 h 927"/>
                <a:gd name="T78" fmla="*/ 135 w 472"/>
                <a:gd name="T79" fmla="*/ 477 h 927"/>
                <a:gd name="T80" fmla="*/ 76 w 472"/>
                <a:gd name="T81" fmla="*/ 445 h 927"/>
                <a:gd name="T82" fmla="*/ 37 w 472"/>
                <a:gd name="T83" fmla="*/ 401 h 927"/>
                <a:gd name="T84" fmla="*/ 15 w 472"/>
                <a:gd name="T85" fmla="*/ 338 h 927"/>
                <a:gd name="T86" fmla="*/ 8 w 472"/>
                <a:gd name="T87" fmla="*/ 248 h 927"/>
                <a:gd name="T88" fmla="*/ 27 w 472"/>
                <a:gd name="T89" fmla="*/ 137 h 927"/>
                <a:gd name="T90" fmla="*/ 82 w 472"/>
                <a:gd name="T91" fmla="*/ 55 h 927"/>
                <a:gd name="T92" fmla="*/ 151 w 472"/>
                <a:gd name="T93" fmla="*/ 15 h 927"/>
                <a:gd name="T94" fmla="*/ 238 w 472"/>
                <a:gd name="T95" fmla="*/ 0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2" h="927">
                  <a:moveTo>
                    <a:pt x="238" y="0"/>
                  </a:moveTo>
                  <a:cubicBezTo>
                    <a:pt x="309" y="0"/>
                    <a:pt x="364" y="18"/>
                    <a:pt x="402" y="55"/>
                  </a:cubicBezTo>
                  <a:cubicBezTo>
                    <a:pt x="426" y="78"/>
                    <a:pt x="443" y="106"/>
                    <a:pt x="452" y="139"/>
                  </a:cubicBezTo>
                  <a:cubicBezTo>
                    <a:pt x="461" y="172"/>
                    <a:pt x="466" y="210"/>
                    <a:pt x="466" y="253"/>
                  </a:cubicBezTo>
                  <a:cubicBezTo>
                    <a:pt x="323" y="253"/>
                    <a:pt x="323" y="253"/>
                    <a:pt x="323" y="253"/>
                  </a:cubicBezTo>
                  <a:cubicBezTo>
                    <a:pt x="323" y="233"/>
                    <a:pt x="321" y="214"/>
                    <a:pt x="319" y="198"/>
                  </a:cubicBezTo>
                  <a:cubicBezTo>
                    <a:pt x="316" y="182"/>
                    <a:pt x="310" y="168"/>
                    <a:pt x="301" y="156"/>
                  </a:cubicBezTo>
                  <a:cubicBezTo>
                    <a:pt x="287" y="138"/>
                    <a:pt x="266" y="129"/>
                    <a:pt x="237" y="129"/>
                  </a:cubicBezTo>
                  <a:cubicBezTo>
                    <a:pt x="223" y="129"/>
                    <a:pt x="210" y="131"/>
                    <a:pt x="201" y="136"/>
                  </a:cubicBezTo>
                  <a:cubicBezTo>
                    <a:pt x="191" y="141"/>
                    <a:pt x="182" y="147"/>
                    <a:pt x="176" y="155"/>
                  </a:cubicBezTo>
                  <a:cubicBezTo>
                    <a:pt x="159" y="173"/>
                    <a:pt x="151" y="203"/>
                    <a:pt x="151" y="244"/>
                  </a:cubicBezTo>
                  <a:cubicBezTo>
                    <a:pt x="151" y="263"/>
                    <a:pt x="152" y="279"/>
                    <a:pt x="154" y="292"/>
                  </a:cubicBezTo>
                  <a:cubicBezTo>
                    <a:pt x="156" y="304"/>
                    <a:pt x="159" y="315"/>
                    <a:pt x="165" y="324"/>
                  </a:cubicBezTo>
                  <a:cubicBezTo>
                    <a:pt x="170" y="333"/>
                    <a:pt x="178" y="341"/>
                    <a:pt x="188" y="348"/>
                  </a:cubicBezTo>
                  <a:cubicBezTo>
                    <a:pt x="198" y="355"/>
                    <a:pt x="211" y="361"/>
                    <a:pt x="227" y="367"/>
                  </a:cubicBezTo>
                  <a:cubicBezTo>
                    <a:pt x="334" y="411"/>
                    <a:pt x="334" y="411"/>
                    <a:pt x="334" y="411"/>
                  </a:cubicBezTo>
                  <a:cubicBezTo>
                    <a:pt x="362" y="422"/>
                    <a:pt x="384" y="434"/>
                    <a:pt x="402" y="448"/>
                  </a:cubicBezTo>
                  <a:cubicBezTo>
                    <a:pt x="420" y="461"/>
                    <a:pt x="434" y="478"/>
                    <a:pt x="444" y="498"/>
                  </a:cubicBezTo>
                  <a:cubicBezTo>
                    <a:pt x="455" y="517"/>
                    <a:pt x="462" y="541"/>
                    <a:pt x="466" y="568"/>
                  </a:cubicBezTo>
                  <a:cubicBezTo>
                    <a:pt x="470" y="595"/>
                    <a:pt x="472" y="628"/>
                    <a:pt x="472" y="666"/>
                  </a:cubicBezTo>
                  <a:cubicBezTo>
                    <a:pt x="472" y="713"/>
                    <a:pt x="468" y="753"/>
                    <a:pt x="460" y="785"/>
                  </a:cubicBezTo>
                  <a:cubicBezTo>
                    <a:pt x="452" y="818"/>
                    <a:pt x="437" y="845"/>
                    <a:pt x="414" y="867"/>
                  </a:cubicBezTo>
                  <a:cubicBezTo>
                    <a:pt x="395" y="885"/>
                    <a:pt x="371" y="900"/>
                    <a:pt x="341" y="911"/>
                  </a:cubicBezTo>
                  <a:cubicBezTo>
                    <a:pt x="312" y="922"/>
                    <a:pt x="277" y="927"/>
                    <a:pt x="236" y="927"/>
                  </a:cubicBezTo>
                  <a:cubicBezTo>
                    <a:pt x="158" y="927"/>
                    <a:pt x="99" y="907"/>
                    <a:pt x="59" y="867"/>
                  </a:cubicBezTo>
                  <a:cubicBezTo>
                    <a:pt x="37" y="845"/>
                    <a:pt x="22" y="819"/>
                    <a:pt x="13" y="789"/>
                  </a:cubicBezTo>
                  <a:cubicBezTo>
                    <a:pt x="5" y="759"/>
                    <a:pt x="0" y="720"/>
                    <a:pt x="0" y="671"/>
                  </a:cubicBezTo>
                  <a:cubicBezTo>
                    <a:pt x="144" y="671"/>
                    <a:pt x="144" y="671"/>
                    <a:pt x="144" y="671"/>
                  </a:cubicBezTo>
                  <a:cubicBezTo>
                    <a:pt x="144" y="696"/>
                    <a:pt x="145" y="716"/>
                    <a:pt x="149" y="732"/>
                  </a:cubicBezTo>
                  <a:cubicBezTo>
                    <a:pt x="152" y="748"/>
                    <a:pt x="159" y="762"/>
                    <a:pt x="169" y="774"/>
                  </a:cubicBezTo>
                  <a:cubicBezTo>
                    <a:pt x="176" y="781"/>
                    <a:pt x="185" y="786"/>
                    <a:pt x="195" y="791"/>
                  </a:cubicBezTo>
                  <a:cubicBezTo>
                    <a:pt x="206" y="796"/>
                    <a:pt x="220" y="798"/>
                    <a:pt x="236" y="798"/>
                  </a:cubicBezTo>
                  <a:cubicBezTo>
                    <a:pt x="267" y="798"/>
                    <a:pt x="290" y="790"/>
                    <a:pt x="305" y="773"/>
                  </a:cubicBezTo>
                  <a:cubicBezTo>
                    <a:pt x="314" y="761"/>
                    <a:pt x="321" y="748"/>
                    <a:pt x="324" y="732"/>
                  </a:cubicBezTo>
                  <a:cubicBezTo>
                    <a:pt x="327" y="716"/>
                    <a:pt x="329" y="696"/>
                    <a:pt x="329" y="671"/>
                  </a:cubicBezTo>
                  <a:cubicBezTo>
                    <a:pt x="329" y="648"/>
                    <a:pt x="328" y="628"/>
                    <a:pt x="326" y="611"/>
                  </a:cubicBezTo>
                  <a:cubicBezTo>
                    <a:pt x="324" y="595"/>
                    <a:pt x="320" y="582"/>
                    <a:pt x="313" y="571"/>
                  </a:cubicBezTo>
                  <a:cubicBezTo>
                    <a:pt x="307" y="560"/>
                    <a:pt x="298" y="551"/>
                    <a:pt x="287" y="544"/>
                  </a:cubicBezTo>
                  <a:cubicBezTo>
                    <a:pt x="276" y="536"/>
                    <a:pt x="261" y="529"/>
                    <a:pt x="243" y="522"/>
                  </a:cubicBezTo>
                  <a:cubicBezTo>
                    <a:pt x="135" y="477"/>
                    <a:pt x="135" y="477"/>
                    <a:pt x="135" y="477"/>
                  </a:cubicBezTo>
                  <a:cubicBezTo>
                    <a:pt x="112" y="468"/>
                    <a:pt x="92" y="457"/>
                    <a:pt x="76" y="445"/>
                  </a:cubicBezTo>
                  <a:cubicBezTo>
                    <a:pt x="60" y="433"/>
                    <a:pt x="47" y="418"/>
                    <a:pt x="37" y="401"/>
                  </a:cubicBezTo>
                  <a:cubicBezTo>
                    <a:pt x="27" y="383"/>
                    <a:pt x="20" y="362"/>
                    <a:pt x="15" y="338"/>
                  </a:cubicBezTo>
                  <a:cubicBezTo>
                    <a:pt x="10" y="313"/>
                    <a:pt x="8" y="283"/>
                    <a:pt x="8" y="248"/>
                  </a:cubicBezTo>
                  <a:cubicBezTo>
                    <a:pt x="8" y="207"/>
                    <a:pt x="14" y="170"/>
                    <a:pt x="27" y="137"/>
                  </a:cubicBezTo>
                  <a:cubicBezTo>
                    <a:pt x="39" y="105"/>
                    <a:pt x="57" y="77"/>
                    <a:pt x="82" y="55"/>
                  </a:cubicBezTo>
                  <a:cubicBezTo>
                    <a:pt x="102" y="38"/>
                    <a:pt x="125" y="24"/>
                    <a:pt x="151" y="15"/>
                  </a:cubicBezTo>
                  <a:cubicBezTo>
                    <a:pt x="177" y="5"/>
                    <a:pt x="206" y="0"/>
                    <a:pt x="2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3" name="Freeform 23"/>
            <p:cNvSpPr>
              <a:spLocks/>
            </p:cNvSpPr>
            <p:nvPr/>
          </p:nvSpPr>
          <p:spPr bwMode="auto">
            <a:xfrm>
              <a:off x="6216" y="3704"/>
              <a:ext cx="59" cy="140"/>
            </a:xfrm>
            <a:custGeom>
              <a:avLst/>
              <a:gdLst>
                <a:gd name="T0" fmla="*/ 59 w 59"/>
                <a:gd name="T1" fmla="*/ 20 h 140"/>
                <a:gd name="T2" fmla="*/ 22 w 59"/>
                <a:gd name="T3" fmla="*/ 20 h 140"/>
                <a:gd name="T4" fmla="*/ 22 w 59"/>
                <a:gd name="T5" fmla="*/ 59 h 140"/>
                <a:gd name="T6" fmla="*/ 54 w 59"/>
                <a:gd name="T7" fmla="*/ 59 h 140"/>
                <a:gd name="T8" fmla="*/ 54 w 59"/>
                <a:gd name="T9" fmla="*/ 79 h 140"/>
                <a:gd name="T10" fmla="*/ 22 w 59"/>
                <a:gd name="T11" fmla="*/ 79 h 140"/>
                <a:gd name="T12" fmla="*/ 22 w 59"/>
                <a:gd name="T13" fmla="*/ 120 h 140"/>
                <a:gd name="T14" fmla="*/ 59 w 59"/>
                <a:gd name="T15" fmla="*/ 120 h 140"/>
                <a:gd name="T16" fmla="*/ 59 w 59"/>
                <a:gd name="T17" fmla="*/ 140 h 140"/>
                <a:gd name="T18" fmla="*/ 0 w 59"/>
                <a:gd name="T19" fmla="*/ 140 h 140"/>
                <a:gd name="T20" fmla="*/ 0 w 59"/>
                <a:gd name="T21" fmla="*/ 0 h 140"/>
                <a:gd name="T22" fmla="*/ 59 w 59"/>
                <a:gd name="T23" fmla="*/ 0 h 140"/>
                <a:gd name="T24" fmla="*/ 59 w 59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140">
                  <a:moveTo>
                    <a:pt x="59" y="20"/>
                  </a:moveTo>
                  <a:lnTo>
                    <a:pt x="22" y="20"/>
                  </a:lnTo>
                  <a:lnTo>
                    <a:pt x="22" y="59"/>
                  </a:lnTo>
                  <a:lnTo>
                    <a:pt x="54" y="59"/>
                  </a:lnTo>
                  <a:lnTo>
                    <a:pt x="54" y="79"/>
                  </a:lnTo>
                  <a:lnTo>
                    <a:pt x="22" y="79"/>
                  </a:lnTo>
                  <a:lnTo>
                    <a:pt x="22" y="120"/>
                  </a:lnTo>
                  <a:lnTo>
                    <a:pt x="59" y="120"/>
                  </a:lnTo>
                  <a:lnTo>
                    <a:pt x="59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4" name="Freeform 24"/>
            <p:cNvSpPr>
              <a:spLocks/>
            </p:cNvSpPr>
            <p:nvPr/>
          </p:nvSpPr>
          <p:spPr bwMode="auto">
            <a:xfrm>
              <a:off x="6310" y="3702"/>
              <a:ext cx="74" cy="144"/>
            </a:xfrm>
            <a:custGeom>
              <a:avLst/>
              <a:gdLst>
                <a:gd name="T0" fmla="*/ 243 w 476"/>
                <a:gd name="T1" fmla="*/ 0 h 932"/>
                <a:gd name="T2" fmla="*/ 334 w 476"/>
                <a:gd name="T3" fmla="*/ 15 h 932"/>
                <a:gd name="T4" fmla="*/ 403 w 476"/>
                <a:gd name="T5" fmla="*/ 59 h 932"/>
                <a:gd name="T6" fmla="*/ 455 w 476"/>
                <a:gd name="T7" fmla="*/ 140 h 932"/>
                <a:gd name="T8" fmla="*/ 476 w 476"/>
                <a:gd name="T9" fmla="*/ 251 h 932"/>
                <a:gd name="T10" fmla="*/ 332 w 476"/>
                <a:gd name="T11" fmla="*/ 251 h 932"/>
                <a:gd name="T12" fmla="*/ 327 w 476"/>
                <a:gd name="T13" fmla="*/ 202 h 932"/>
                <a:gd name="T14" fmla="*/ 311 w 476"/>
                <a:gd name="T15" fmla="*/ 163 h 932"/>
                <a:gd name="T16" fmla="*/ 285 w 476"/>
                <a:gd name="T17" fmla="*/ 138 h 932"/>
                <a:gd name="T18" fmla="*/ 243 w 476"/>
                <a:gd name="T19" fmla="*/ 130 h 932"/>
                <a:gd name="T20" fmla="*/ 201 w 476"/>
                <a:gd name="T21" fmla="*/ 139 h 932"/>
                <a:gd name="T22" fmla="*/ 175 w 476"/>
                <a:gd name="T23" fmla="*/ 164 h 932"/>
                <a:gd name="T24" fmla="*/ 148 w 476"/>
                <a:gd name="T25" fmla="*/ 269 h 932"/>
                <a:gd name="T26" fmla="*/ 143 w 476"/>
                <a:gd name="T27" fmla="*/ 466 h 932"/>
                <a:gd name="T28" fmla="*/ 148 w 476"/>
                <a:gd name="T29" fmla="*/ 663 h 932"/>
                <a:gd name="T30" fmla="*/ 175 w 476"/>
                <a:gd name="T31" fmla="*/ 768 h 932"/>
                <a:gd name="T32" fmla="*/ 201 w 476"/>
                <a:gd name="T33" fmla="*/ 793 h 932"/>
                <a:gd name="T34" fmla="*/ 243 w 476"/>
                <a:gd name="T35" fmla="*/ 802 h 932"/>
                <a:gd name="T36" fmla="*/ 285 w 476"/>
                <a:gd name="T37" fmla="*/ 793 h 932"/>
                <a:gd name="T38" fmla="*/ 311 w 476"/>
                <a:gd name="T39" fmla="*/ 769 h 932"/>
                <a:gd name="T40" fmla="*/ 327 w 476"/>
                <a:gd name="T41" fmla="*/ 728 h 932"/>
                <a:gd name="T42" fmla="*/ 332 w 476"/>
                <a:gd name="T43" fmla="*/ 680 h 932"/>
                <a:gd name="T44" fmla="*/ 476 w 476"/>
                <a:gd name="T45" fmla="*/ 680 h 932"/>
                <a:gd name="T46" fmla="*/ 454 w 476"/>
                <a:gd name="T47" fmla="*/ 792 h 932"/>
                <a:gd name="T48" fmla="*/ 400 w 476"/>
                <a:gd name="T49" fmla="*/ 874 h 932"/>
                <a:gd name="T50" fmla="*/ 332 w 476"/>
                <a:gd name="T51" fmla="*/ 918 h 932"/>
                <a:gd name="T52" fmla="*/ 243 w 476"/>
                <a:gd name="T53" fmla="*/ 932 h 932"/>
                <a:gd name="T54" fmla="*/ 137 w 476"/>
                <a:gd name="T55" fmla="*/ 909 h 932"/>
                <a:gd name="T56" fmla="*/ 66 w 476"/>
                <a:gd name="T57" fmla="*/ 854 h 932"/>
                <a:gd name="T58" fmla="*/ 31 w 476"/>
                <a:gd name="T59" fmla="*/ 793 h 932"/>
                <a:gd name="T60" fmla="*/ 11 w 476"/>
                <a:gd name="T61" fmla="*/ 714 h 932"/>
                <a:gd name="T62" fmla="*/ 2 w 476"/>
                <a:gd name="T63" fmla="*/ 607 h 932"/>
                <a:gd name="T64" fmla="*/ 0 w 476"/>
                <a:gd name="T65" fmla="*/ 466 h 932"/>
                <a:gd name="T66" fmla="*/ 2 w 476"/>
                <a:gd name="T67" fmla="*/ 325 h 932"/>
                <a:gd name="T68" fmla="*/ 11 w 476"/>
                <a:gd name="T69" fmla="*/ 218 h 932"/>
                <a:gd name="T70" fmla="*/ 31 w 476"/>
                <a:gd name="T71" fmla="*/ 138 h 932"/>
                <a:gd name="T72" fmla="*/ 66 w 476"/>
                <a:gd name="T73" fmla="*/ 78 h 932"/>
                <a:gd name="T74" fmla="*/ 137 w 476"/>
                <a:gd name="T75" fmla="*/ 23 h 932"/>
                <a:gd name="T76" fmla="*/ 243 w 476"/>
                <a:gd name="T77" fmla="*/ 0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76" h="932">
                  <a:moveTo>
                    <a:pt x="243" y="0"/>
                  </a:moveTo>
                  <a:cubicBezTo>
                    <a:pt x="278" y="0"/>
                    <a:pt x="308" y="5"/>
                    <a:pt x="334" y="15"/>
                  </a:cubicBezTo>
                  <a:cubicBezTo>
                    <a:pt x="359" y="25"/>
                    <a:pt x="382" y="40"/>
                    <a:pt x="403" y="59"/>
                  </a:cubicBezTo>
                  <a:cubicBezTo>
                    <a:pt x="426" y="80"/>
                    <a:pt x="443" y="108"/>
                    <a:pt x="455" y="140"/>
                  </a:cubicBezTo>
                  <a:cubicBezTo>
                    <a:pt x="467" y="173"/>
                    <a:pt x="474" y="210"/>
                    <a:pt x="476" y="251"/>
                  </a:cubicBezTo>
                  <a:cubicBezTo>
                    <a:pt x="332" y="251"/>
                    <a:pt x="332" y="251"/>
                    <a:pt x="332" y="251"/>
                  </a:cubicBezTo>
                  <a:cubicBezTo>
                    <a:pt x="332" y="234"/>
                    <a:pt x="330" y="218"/>
                    <a:pt x="327" y="202"/>
                  </a:cubicBezTo>
                  <a:cubicBezTo>
                    <a:pt x="324" y="187"/>
                    <a:pt x="318" y="174"/>
                    <a:pt x="311" y="163"/>
                  </a:cubicBezTo>
                  <a:cubicBezTo>
                    <a:pt x="304" y="153"/>
                    <a:pt x="295" y="144"/>
                    <a:pt x="285" y="138"/>
                  </a:cubicBezTo>
                  <a:cubicBezTo>
                    <a:pt x="274" y="133"/>
                    <a:pt x="260" y="130"/>
                    <a:pt x="243" y="130"/>
                  </a:cubicBezTo>
                  <a:cubicBezTo>
                    <a:pt x="226" y="130"/>
                    <a:pt x="212" y="133"/>
                    <a:pt x="201" y="139"/>
                  </a:cubicBezTo>
                  <a:cubicBezTo>
                    <a:pt x="191" y="146"/>
                    <a:pt x="182" y="154"/>
                    <a:pt x="175" y="164"/>
                  </a:cubicBezTo>
                  <a:cubicBezTo>
                    <a:pt x="161" y="186"/>
                    <a:pt x="152" y="221"/>
                    <a:pt x="148" y="269"/>
                  </a:cubicBezTo>
                  <a:cubicBezTo>
                    <a:pt x="145" y="317"/>
                    <a:pt x="143" y="382"/>
                    <a:pt x="143" y="466"/>
                  </a:cubicBezTo>
                  <a:cubicBezTo>
                    <a:pt x="143" y="550"/>
                    <a:pt x="145" y="615"/>
                    <a:pt x="148" y="663"/>
                  </a:cubicBezTo>
                  <a:cubicBezTo>
                    <a:pt x="152" y="711"/>
                    <a:pt x="161" y="746"/>
                    <a:pt x="175" y="768"/>
                  </a:cubicBezTo>
                  <a:cubicBezTo>
                    <a:pt x="182" y="778"/>
                    <a:pt x="191" y="786"/>
                    <a:pt x="201" y="793"/>
                  </a:cubicBezTo>
                  <a:cubicBezTo>
                    <a:pt x="212" y="799"/>
                    <a:pt x="226" y="802"/>
                    <a:pt x="243" y="802"/>
                  </a:cubicBezTo>
                  <a:cubicBezTo>
                    <a:pt x="260" y="802"/>
                    <a:pt x="274" y="799"/>
                    <a:pt x="285" y="793"/>
                  </a:cubicBezTo>
                  <a:cubicBezTo>
                    <a:pt x="295" y="787"/>
                    <a:pt x="304" y="779"/>
                    <a:pt x="311" y="769"/>
                  </a:cubicBezTo>
                  <a:cubicBezTo>
                    <a:pt x="318" y="757"/>
                    <a:pt x="324" y="744"/>
                    <a:pt x="327" y="728"/>
                  </a:cubicBezTo>
                  <a:cubicBezTo>
                    <a:pt x="330" y="713"/>
                    <a:pt x="332" y="697"/>
                    <a:pt x="332" y="680"/>
                  </a:cubicBezTo>
                  <a:cubicBezTo>
                    <a:pt x="476" y="680"/>
                    <a:pt x="476" y="680"/>
                    <a:pt x="476" y="680"/>
                  </a:cubicBezTo>
                  <a:cubicBezTo>
                    <a:pt x="474" y="721"/>
                    <a:pt x="467" y="758"/>
                    <a:pt x="454" y="792"/>
                  </a:cubicBezTo>
                  <a:cubicBezTo>
                    <a:pt x="441" y="825"/>
                    <a:pt x="423" y="853"/>
                    <a:pt x="400" y="874"/>
                  </a:cubicBezTo>
                  <a:cubicBezTo>
                    <a:pt x="380" y="894"/>
                    <a:pt x="357" y="908"/>
                    <a:pt x="332" y="918"/>
                  </a:cubicBezTo>
                  <a:cubicBezTo>
                    <a:pt x="308" y="927"/>
                    <a:pt x="278" y="932"/>
                    <a:pt x="243" y="932"/>
                  </a:cubicBezTo>
                  <a:cubicBezTo>
                    <a:pt x="200" y="932"/>
                    <a:pt x="165" y="924"/>
                    <a:pt x="137" y="909"/>
                  </a:cubicBezTo>
                  <a:cubicBezTo>
                    <a:pt x="109" y="894"/>
                    <a:pt x="85" y="876"/>
                    <a:pt x="66" y="854"/>
                  </a:cubicBezTo>
                  <a:cubicBezTo>
                    <a:pt x="51" y="836"/>
                    <a:pt x="39" y="816"/>
                    <a:pt x="31" y="793"/>
                  </a:cubicBezTo>
                  <a:cubicBezTo>
                    <a:pt x="22" y="771"/>
                    <a:pt x="15" y="745"/>
                    <a:pt x="11" y="714"/>
                  </a:cubicBezTo>
                  <a:cubicBezTo>
                    <a:pt x="6" y="683"/>
                    <a:pt x="3" y="648"/>
                    <a:pt x="2" y="607"/>
                  </a:cubicBezTo>
                  <a:cubicBezTo>
                    <a:pt x="1" y="567"/>
                    <a:pt x="0" y="520"/>
                    <a:pt x="0" y="466"/>
                  </a:cubicBezTo>
                  <a:cubicBezTo>
                    <a:pt x="0" y="412"/>
                    <a:pt x="1" y="365"/>
                    <a:pt x="2" y="325"/>
                  </a:cubicBezTo>
                  <a:cubicBezTo>
                    <a:pt x="3" y="284"/>
                    <a:pt x="6" y="248"/>
                    <a:pt x="11" y="218"/>
                  </a:cubicBezTo>
                  <a:cubicBezTo>
                    <a:pt x="15" y="187"/>
                    <a:pt x="22" y="161"/>
                    <a:pt x="31" y="138"/>
                  </a:cubicBezTo>
                  <a:cubicBezTo>
                    <a:pt x="39" y="116"/>
                    <a:pt x="51" y="96"/>
                    <a:pt x="66" y="78"/>
                  </a:cubicBezTo>
                  <a:cubicBezTo>
                    <a:pt x="85" y="56"/>
                    <a:pt x="109" y="38"/>
                    <a:pt x="137" y="23"/>
                  </a:cubicBezTo>
                  <a:cubicBezTo>
                    <a:pt x="165" y="8"/>
                    <a:pt x="200" y="0"/>
                    <a:pt x="2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5" name="Freeform 25"/>
            <p:cNvSpPr>
              <a:spLocks/>
            </p:cNvSpPr>
            <p:nvPr/>
          </p:nvSpPr>
          <p:spPr bwMode="auto">
            <a:xfrm>
              <a:off x="6421" y="3704"/>
              <a:ext cx="72" cy="142"/>
            </a:xfrm>
            <a:custGeom>
              <a:avLst/>
              <a:gdLst>
                <a:gd name="T0" fmla="*/ 465 w 465"/>
                <a:gd name="T1" fmla="*/ 685 h 921"/>
                <a:gd name="T2" fmla="*/ 402 w 465"/>
                <a:gd name="T3" fmla="*/ 853 h 921"/>
                <a:gd name="T4" fmla="*/ 233 w 465"/>
                <a:gd name="T5" fmla="*/ 921 h 921"/>
                <a:gd name="T6" fmla="*/ 63 w 465"/>
                <a:gd name="T7" fmla="*/ 853 h 921"/>
                <a:gd name="T8" fmla="*/ 0 w 465"/>
                <a:gd name="T9" fmla="*/ 685 h 921"/>
                <a:gd name="T10" fmla="*/ 0 w 465"/>
                <a:gd name="T11" fmla="*/ 0 h 921"/>
                <a:gd name="T12" fmla="*/ 144 w 465"/>
                <a:gd name="T13" fmla="*/ 0 h 921"/>
                <a:gd name="T14" fmla="*/ 144 w 465"/>
                <a:gd name="T15" fmla="*/ 680 h 921"/>
                <a:gd name="T16" fmla="*/ 167 w 465"/>
                <a:gd name="T17" fmla="*/ 765 h 921"/>
                <a:gd name="T18" fmla="*/ 233 w 465"/>
                <a:gd name="T19" fmla="*/ 791 h 921"/>
                <a:gd name="T20" fmla="*/ 298 w 465"/>
                <a:gd name="T21" fmla="*/ 765 h 921"/>
                <a:gd name="T22" fmla="*/ 321 w 465"/>
                <a:gd name="T23" fmla="*/ 680 h 921"/>
                <a:gd name="T24" fmla="*/ 321 w 465"/>
                <a:gd name="T25" fmla="*/ 0 h 921"/>
                <a:gd name="T26" fmla="*/ 465 w 465"/>
                <a:gd name="T27" fmla="*/ 0 h 921"/>
                <a:gd name="T28" fmla="*/ 465 w 465"/>
                <a:gd name="T29" fmla="*/ 685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5" h="921">
                  <a:moveTo>
                    <a:pt x="465" y="685"/>
                  </a:moveTo>
                  <a:cubicBezTo>
                    <a:pt x="465" y="755"/>
                    <a:pt x="444" y="811"/>
                    <a:pt x="402" y="853"/>
                  </a:cubicBezTo>
                  <a:cubicBezTo>
                    <a:pt x="358" y="898"/>
                    <a:pt x="302" y="921"/>
                    <a:pt x="233" y="921"/>
                  </a:cubicBezTo>
                  <a:cubicBezTo>
                    <a:pt x="163" y="921"/>
                    <a:pt x="106" y="898"/>
                    <a:pt x="63" y="853"/>
                  </a:cubicBezTo>
                  <a:cubicBezTo>
                    <a:pt x="21" y="811"/>
                    <a:pt x="0" y="755"/>
                    <a:pt x="0" y="6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4" y="680"/>
                    <a:pt x="144" y="680"/>
                    <a:pt x="144" y="680"/>
                  </a:cubicBezTo>
                  <a:cubicBezTo>
                    <a:pt x="144" y="718"/>
                    <a:pt x="151" y="747"/>
                    <a:pt x="167" y="765"/>
                  </a:cubicBezTo>
                  <a:cubicBezTo>
                    <a:pt x="182" y="782"/>
                    <a:pt x="204" y="791"/>
                    <a:pt x="233" y="791"/>
                  </a:cubicBezTo>
                  <a:cubicBezTo>
                    <a:pt x="261" y="791"/>
                    <a:pt x="283" y="782"/>
                    <a:pt x="298" y="765"/>
                  </a:cubicBezTo>
                  <a:cubicBezTo>
                    <a:pt x="314" y="747"/>
                    <a:pt x="321" y="718"/>
                    <a:pt x="321" y="68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465" y="0"/>
                    <a:pt x="465" y="0"/>
                    <a:pt x="465" y="0"/>
                  </a:cubicBezTo>
                  <a:lnTo>
                    <a:pt x="465" y="6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6" name="Freeform 26"/>
            <p:cNvSpPr>
              <a:spLocks noEditPoints="1"/>
            </p:cNvSpPr>
            <p:nvPr/>
          </p:nvSpPr>
          <p:spPr bwMode="auto">
            <a:xfrm>
              <a:off x="6535" y="3704"/>
              <a:ext cx="76" cy="140"/>
            </a:xfrm>
            <a:custGeom>
              <a:avLst/>
              <a:gdLst>
                <a:gd name="T0" fmla="*/ 231 w 493"/>
                <a:gd name="T1" fmla="*/ 0 h 910"/>
                <a:gd name="T2" fmla="*/ 410 w 493"/>
                <a:gd name="T3" fmla="*/ 63 h 910"/>
                <a:gd name="T4" fmla="*/ 463 w 493"/>
                <a:gd name="T5" fmla="*/ 268 h 910"/>
                <a:gd name="T6" fmla="*/ 442 w 493"/>
                <a:gd name="T7" fmla="*/ 413 h 910"/>
                <a:gd name="T8" fmla="*/ 357 w 493"/>
                <a:gd name="T9" fmla="*/ 506 h 910"/>
                <a:gd name="T10" fmla="*/ 493 w 493"/>
                <a:gd name="T11" fmla="*/ 910 h 910"/>
                <a:gd name="T12" fmla="*/ 343 w 493"/>
                <a:gd name="T13" fmla="*/ 910 h 910"/>
                <a:gd name="T14" fmla="*/ 224 w 493"/>
                <a:gd name="T15" fmla="*/ 537 h 910"/>
                <a:gd name="T16" fmla="*/ 144 w 493"/>
                <a:gd name="T17" fmla="*/ 537 h 910"/>
                <a:gd name="T18" fmla="*/ 144 w 493"/>
                <a:gd name="T19" fmla="*/ 910 h 910"/>
                <a:gd name="T20" fmla="*/ 0 w 493"/>
                <a:gd name="T21" fmla="*/ 910 h 910"/>
                <a:gd name="T22" fmla="*/ 0 w 493"/>
                <a:gd name="T23" fmla="*/ 0 h 910"/>
                <a:gd name="T24" fmla="*/ 231 w 493"/>
                <a:gd name="T25" fmla="*/ 0 h 910"/>
                <a:gd name="T26" fmla="*/ 144 w 493"/>
                <a:gd name="T27" fmla="*/ 129 h 910"/>
                <a:gd name="T28" fmla="*/ 144 w 493"/>
                <a:gd name="T29" fmla="*/ 408 h 910"/>
                <a:gd name="T30" fmla="*/ 232 w 493"/>
                <a:gd name="T31" fmla="*/ 408 h 910"/>
                <a:gd name="T32" fmla="*/ 278 w 493"/>
                <a:gd name="T33" fmla="*/ 397 h 910"/>
                <a:gd name="T34" fmla="*/ 305 w 493"/>
                <a:gd name="T35" fmla="*/ 367 h 910"/>
                <a:gd name="T36" fmla="*/ 317 w 493"/>
                <a:gd name="T37" fmla="*/ 322 h 910"/>
                <a:gd name="T38" fmla="*/ 320 w 493"/>
                <a:gd name="T39" fmla="*/ 268 h 910"/>
                <a:gd name="T40" fmla="*/ 317 w 493"/>
                <a:gd name="T41" fmla="*/ 214 h 910"/>
                <a:gd name="T42" fmla="*/ 305 w 493"/>
                <a:gd name="T43" fmla="*/ 170 h 910"/>
                <a:gd name="T44" fmla="*/ 278 w 493"/>
                <a:gd name="T45" fmla="*/ 140 h 910"/>
                <a:gd name="T46" fmla="*/ 232 w 493"/>
                <a:gd name="T47" fmla="*/ 129 h 910"/>
                <a:gd name="T48" fmla="*/ 144 w 493"/>
                <a:gd name="T49" fmla="*/ 129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3" h="910">
                  <a:moveTo>
                    <a:pt x="231" y="0"/>
                  </a:moveTo>
                  <a:cubicBezTo>
                    <a:pt x="314" y="0"/>
                    <a:pt x="374" y="21"/>
                    <a:pt x="410" y="63"/>
                  </a:cubicBezTo>
                  <a:cubicBezTo>
                    <a:pt x="446" y="105"/>
                    <a:pt x="463" y="174"/>
                    <a:pt x="463" y="268"/>
                  </a:cubicBezTo>
                  <a:cubicBezTo>
                    <a:pt x="463" y="324"/>
                    <a:pt x="456" y="373"/>
                    <a:pt x="442" y="413"/>
                  </a:cubicBezTo>
                  <a:cubicBezTo>
                    <a:pt x="427" y="453"/>
                    <a:pt x="399" y="484"/>
                    <a:pt x="357" y="506"/>
                  </a:cubicBezTo>
                  <a:cubicBezTo>
                    <a:pt x="493" y="910"/>
                    <a:pt x="493" y="910"/>
                    <a:pt x="493" y="910"/>
                  </a:cubicBezTo>
                  <a:cubicBezTo>
                    <a:pt x="343" y="910"/>
                    <a:pt x="343" y="910"/>
                    <a:pt x="343" y="910"/>
                  </a:cubicBezTo>
                  <a:cubicBezTo>
                    <a:pt x="224" y="537"/>
                    <a:pt x="224" y="537"/>
                    <a:pt x="224" y="537"/>
                  </a:cubicBezTo>
                  <a:cubicBezTo>
                    <a:pt x="144" y="537"/>
                    <a:pt x="144" y="537"/>
                    <a:pt x="144" y="537"/>
                  </a:cubicBezTo>
                  <a:cubicBezTo>
                    <a:pt x="144" y="910"/>
                    <a:pt x="144" y="910"/>
                    <a:pt x="144" y="910"/>
                  </a:cubicBezTo>
                  <a:cubicBezTo>
                    <a:pt x="0" y="910"/>
                    <a:pt x="0" y="910"/>
                    <a:pt x="0" y="91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31" y="0"/>
                  </a:lnTo>
                  <a:close/>
                  <a:moveTo>
                    <a:pt x="144" y="129"/>
                  </a:moveTo>
                  <a:cubicBezTo>
                    <a:pt x="144" y="408"/>
                    <a:pt x="144" y="408"/>
                    <a:pt x="144" y="408"/>
                  </a:cubicBezTo>
                  <a:cubicBezTo>
                    <a:pt x="232" y="408"/>
                    <a:pt x="232" y="408"/>
                    <a:pt x="232" y="408"/>
                  </a:cubicBezTo>
                  <a:cubicBezTo>
                    <a:pt x="251" y="408"/>
                    <a:pt x="266" y="404"/>
                    <a:pt x="278" y="397"/>
                  </a:cubicBezTo>
                  <a:cubicBezTo>
                    <a:pt x="290" y="390"/>
                    <a:pt x="299" y="379"/>
                    <a:pt x="305" y="367"/>
                  </a:cubicBezTo>
                  <a:cubicBezTo>
                    <a:pt x="311" y="354"/>
                    <a:pt x="315" y="339"/>
                    <a:pt x="317" y="322"/>
                  </a:cubicBezTo>
                  <a:cubicBezTo>
                    <a:pt x="319" y="305"/>
                    <a:pt x="320" y="287"/>
                    <a:pt x="320" y="268"/>
                  </a:cubicBezTo>
                  <a:cubicBezTo>
                    <a:pt x="320" y="249"/>
                    <a:pt x="319" y="232"/>
                    <a:pt x="317" y="214"/>
                  </a:cubicBezTo>
                  <a:cubicBezTo>
                    <a:pt x="315" y="197"/>
                    <a:pt x="311" y="182"/>
                    <a:pt x="305" y="170"/>
                  </a:cubicBezTo>
                  <a:cubicBezTo>
                    <a:pt x="299" y="157"/>
                    <a:pt x="290" y="147"/>
                    <a:pt x="278" y="140"/>
                  </a:cubicBezTo>
                  <a:cubicBezTo>
                    <a:pt x="266" y="132"/>
                    <a:pt x="251" y="129"/>
                    <a:pt x="232" y="129"/>
                  </a:cubicBezTo>
                  <a:lnTo>
                    <a:pt x="144" y="1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7" name="Rectangle 27"/>
            <p:cNvSpPr>
              <a:spLocks noChangeArrowheads="1"/>
            </p:cNvSpPr>
            <p:nvPr/>
          </p:nvSpPr>
          <p:spPr bwMode="auto">
            <a:xfrm>
              <a:off x="6650" y="3704"/>
              <a:ext cx="22" cy="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8" name="Freeform 28"/>
            <p:cNvSpPr>
              <a:spLocks/>
            </p:cNvSpPr>
            <p:nvPr/>
          </p:nvSpPr>
          <p:spPr bwMode="auto">
            <a:xfrm>
              <a:off x="6708" y="3704"/>
              <a:ext cx="69" cy="140"/>
            </a:xfrm>
            <a:custGeom>
              <a:avLst/>
              <a:gdLst>
                <a:gd name="T0" fmla="*/ 69 w 69"/>
                <a:gd name="T1" fmla="*/ 20 h 140"/>
                <a:gd name="T2" fmla="*/ 45 w 69"/>
                <a:gd name="T3" fmla="*/ 20 h 140"/>
                <a:gd name="T4" fmla="*/ 45 w 69"/>
                <a:gd name="T5" fmla="*/ 140 h 140"/>
                <a:gd name="T6" fmla="*/ 23 w 69"/>
                <a:gd name="T7" fmla="*/ 140 h 140"/>
                <a:gd name="T8" fmla="*/ 23 w 69"/>
                <a:gd name="T9" fmla="*/ 20 h 140"/>
                <a:gd name="T10" fmla="*/ 0 w 69"/>
                <a:gd name="T11" fmla="*/ 20 h 140"/>
                <a:gd name="T12" fmla="*/ 0 w 69"/>
                <a:gd name="T13" fmla="*/ 0 h 140"/>
                <a:gd name="T14" fmla="*/ 69 w 69"/>
                <a:gd name="T15" fmla="*/ 0 h 140"/>
                <a:gd name="T16" fmla="*/ 69 w 69"/>
                <a:gd name="T17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40">
                  <a:moveTo>
                    <a:pt x="69" y="20"/>
                  </a:moveTo>
                  <a:lnTo>
                    <a:pt x="45" y="20"/>
                  </a:lnTo>
                  <a:lnTo>
                    <a:pt x="45" y="140"/>
                  </a:lnTo>
                  <a:lnTo>
                    <a:pt x="23" y="140"/>
                  </a:lnTo>
                  <a:lnTo>
                    <a:pt x="23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9" name="Freeform 29"/>
            <p:cNvSpPr>
              <a:spLocks/>
            </p:cNvSpPr>
            <p:nvPr/>
          </p:nvSpPr>
          <p:spPr bwMode="auto">
            <a:xfrm>
              <a:off x="6808" y="3704"/>
              <a:ext cx="76" cy="140"/>
            </a:xfrm>
            <a:custGeom>
              <a:avLst/>
              <a:gdLst>
                <a:gd name="T0" fmla="*/ 49 w 76"/>
                <a:gd name="T1" fmla="*/ 85 h 140"/>
                <a:gd name="T2" fmla="*/ 49 w 76"/>
                <a:gd name="T3" fmla="*/ 140 h 140"/>
                <a:gd name="T4" fmla="*/ 27 w 76"/>
                <a:gd name="T5" fmla="*/ 140 h 140"/>
                <a:gd name="T6" fmla="*/ 27 w 76"/>
                <a:gd name="T7" fmla="*/ 85 h 140"/>
                <a:gd name="T8" fmla="*/ 0 w 76"/>
                <a:gd name="T9" fmla="*/ 0 h 140"/>
                <a:gd name="T10" fmla="*/ 24 w 76"/>
                <a:gd name="T11" fmla="*/ 0 h 140"/>
                <a:gd name="T12" fmla="*/ 38 w 76"/>
                <a:gd name="T13" fmla="*/ 55 h 140"/>
                <a:gd name="T14" fmla="*/ 52 w 76"/>
                <a:gd name="T15" fmla="*/ 0 h 140"/>
                <a:gd name="T16" fmla="*/ 76 w 76"/>
                <a:gd name="T17" fmla="*/ 0 h 140"/>
                <a:gd name="T18" fmla="*/ 49 w 76"/>
                <a:gd name="T19" fmla="*/ 85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140">
                  <a:moveTo>
                    <a:pt x="49" y="85"/>
                  </a:moveTo>
                  <a:lnTo>
                    <a:pt x="49" y="140"/>
                  </a:lnTo>
                  <a:lnTo>
                    <a:pt x="27" y="140"/>
                  </a:lnTo>
                  <a:lnTo>
                    <a:pt x="27" y="85"/>
                  </a:lnTo>
                  <a:lnTo>
                    <a:pt x="0" y="0"/>
                  </a:lnTo>
                  <a:lnTo>
                    <a:pt x="24" y="0"/>
                  </a:lnTo>
                  <a:lnTo>
                    <a:pt x="38" y="55"/>
                  </a:lnTo>
                  <a:lnTo>
                    <a:pt x="52" y="0"/>
                  </a:lnTo>
                  <a:lnTo>
                    <a:pt x="76" y="0"/>
                  </a:lnTo>
                  <a:lnTo>
                    <a:pt x="49" y="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</p:grpSp>
    </p:spTree>
    <p:extLst>
      <p:ext uri="{BB962C8B-B14F-4D97-AF65-F5344CB8AC3E}">
        <p14:creationId xmlns:p14="http://schemas.microsoft.com/office/powerpoint/2010/main" val="3874438330"/>
      </p:ext>
    </p:extLst>
  </p:cSld>
  <p:clrMapOvr>
    <a:masterClrMapping/>
  </p:clrMapOvr>
  <p:transition>
    <p:fade/>
  </p:transition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genda list"/>
          <p:cNvSpPr>
            <a:spLocks noGrp="1"/>
          </p:cNvSpPr>
          <p:nvPr>
            <p:ph sz="quarter" idx="13"/>
          </p:nvPr>
        </p:nvSpPr>
        <p:spPr>
          <a:xfrm>
            <a:off x="2244365" y="1752898"/>
            <a:ext cx="9214019" cy="4163242"/>
          </a:xfrm>
        </p:spPr>
        <p:txBody>
          <a:bodyPr/>
          <a:lstStyle>
            <a:lvl1pPr marL="228600" indent="-228600">
              <a:lnSpc>
                <a:spcPct val="120000"/>
              </a:lnSpc>
              <a:buClr>
                <a:schemeClr val="bg1"/>
              </a:buClr>
              <a:buFont typeface="Calibri" panose="020F050202020403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576072" indent="-228600">
              <a:buClr>
                <a:schemeClr val="bg1"/>
              </a:buClr>
              <a:buFont typeface="Calibri" panose="020F0502020204030204" pitchFamily="34" charset="0"/>
              <a:buChar char="̶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Title"/>
          <p:cNvSpPr>
            <a:spLocks noGrp="1"/>
          </p:cNvSpPr>
          <p:nvPr>
            <p:ph type="title"/>
          </p:nvPr>
        </p:nvSpPr>
        <p:spPr>
          <a:xfrm>
            <a:off x="1167116" y="976681"/>
            <a:ext cx="10291267" cy="7072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>
          <a:xfrm>
            <a:off x="-2977439" y="6356351"/>
            <a:ext cx="2843954" cy="365125"/>
          </a:xfrm>
        </p:spPr>
        <p:txBody>
          <a:bodyPr/>
          <a:lstStyle/>
          <a:p>
            <a:fld id="{1B14FBC4-36FA-423D-BDD2-47F855CE7E5F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19020"/>
      </p:ext>
    </p:extLst>
  </p:cSld>
  <p:clrMapOvr>
    <a:masterClrMapping/>
  </p:clrMapOvr>
  <p:transition>
    <p:fade/>
  </p:transition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88"/>
            <a:ext cx="12191999" cy="6856213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ction title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29848" y="2171236"/>
            <a:ext cx="8622137" cy="3027783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all" baseline="0" dirty="0" smtClean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HEADER</a:t>
            </a:r>
          </a:p>
        </p:txBody>
      </p:sp>
      <p:sp>
        <p:nvSpPr>
          <p:cNvPr id="7" name="Section number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614480" y="963869"/>
            <a:ext cx="4650870" cy="89107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3000" b="0" i="0" u="none" strike="noStrike" cap="all" dirty="0" smtClean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>
          <a:xfrm>
            <a:off x="-3157710" y="6356351"/>
            <a:ext cx="2843954" cy="365125"/>
          </a:xfrm>
        </p:spPr>
        <p:txBody>
          <a:bodyPr/>
          <a:lstStyle/>
          <a:p>
            <a:fld id="{285138E8-3F3E-4DC5-A5FA-50868B94627A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71209"/>
      </p:ext>
    </p:extLst>
  </p:cSld>
  <p:clrMapOvr>
    <a:masterClrMapping/>
  </p:clrMapOvr>
  <p:transition>
    <p:fade/>
  </p:transition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ction title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29848" y="2171236"/>
            <a:ext cx="8622137" cy="3027783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all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HEADER</a:t>
            </a:r>
          </a:p>
        </p:txBody>
      </p:sp>
      <p:sp>
        <p:nvSpPr>
          <p:cNvPr id="7" name="Section number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614480" y="963869"/>
            <a:ext cx="4650870" cy="89107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3000" b="0" i="0" u="none" strike="noStrike" cap="all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>
          <a:xfrm>
            <a:off x="-3157710" y="6356351"/>
            <a:ext cx="2843954" cy="365125"/>
          </a:xfrm>
        </p:spPr>
        <p:txBody>
          <a:bodyPr/>
          <a:lstStyle/>
          <a:p>
            <a:fld id="{BFD34698-4CB0-4260-A437-6B0E52C5ABA4}" type="datetimeFigureOut">
              <a:rPr lang="en-US" smtClean="0"/>
              <a:t>11/17/2025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03AE9C-C2AF-C57E-DE23-4DED853EE3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40873"/>
      </p:ext>
    </p:extLst>
  </p:cSld>
  <p:clrMapOvr>
    <a:masterClrMapping/>
  </p:clrMapOvr>
  <p:transition>
    <p:fade/>
  </p:transition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995" y="460552"/>
            <a:ext cx="11025242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995" y="1534474"/>
            <a:ext cx="11025242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tx2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tx2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-2992023" y="6356351"/>
            <a:ext cx="2843954" cy="365125"/>
          </a:xfrm>
        </p:spPr>
        <p:txBody>
          <a:bodyPr/>
          <a:lstStyle/>
          <a:p>
            <a:fld id="{CF0E1690-FFBA-4DAF-B44A-36E39ACA0346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81341"/>
      </p:ext>
    </p:extLst>
  </p:cSld>
  <p:clrMapOvr>
    <a:masterClrMapping/>
  </p:clrMapOvr>
  <p:transition>
    <p:fade/>
  </p:transition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995" y="460552"/>
            <a:ext cx="11040486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994" y="1525588"/>
            <a:ext cx="5121974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tx2"/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2506" y="1525588"/>
            <a:ext cx="5121974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tx2"/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>
          <a:xfrm>
            <a:off x="-2997409" y="6356351"/>
            <a:ext cx="2843954" cy="365125"/>
          </a:xfrm>
        </p:spPr>
        <p:txBody>
          <a:bodyPr/>
          <a:lstStyle/>
          <a:p>
            <a:fld id="{8F2A6A3B-A6C9-4C0C-BBE8-3BEF53BED0C3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96003"/>
      </p:ext>
    </p:extLst>
  </p:cSld>
  <p:clrMapOvr>
    <a:masterClrMapping/>
  </p:clrMapOvr>
  <p:transition>
    <p:fade/>
  </p:transition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-title_column 3"/>
          <p:cNvSpPr>
            <a:spLocks noGrp="1"/>
          </p:cNvSpPr>
          <p:nvPr>
            <p:ph type="body" sz="quarter" idx="16"/>
          </p:nvPr>
        </p:nvSpPr>
        <p:spPr>
          <a:xfrm>
            <a:off x="8291162" y="1525707"/>
            <a:ext cx="3345988" cy="77649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2800">
                <a:solidFill>
                  <a:srgbClr val="4D4D4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-title_column 2"/>
          <p:cNvSpPr>
            <a:spLocks noGrp="1"/>
          </p:cNvSpPr>
          <p:nvPr>
            <p:ph type="body" sz="quarter" idx="14"/>
          </p:nvPr>
        </p:nvSpPr>
        <p:spPr>
          <a:xfrm>
            <a:off x="4439805" y="1525707"/>
            <a:ext cx="3374995" cy="77649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2800">
                <a:solidFill>
                  <a:srgbClr val="4D4D4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ub-title_column 1"/>
          <p:cNvSpPr>
            <a:spLocks noGrp="1"/>
          </p:cNvSpPr>
          <p:nvPr>
            <p:ph type="body" sz="quarter" idx="12"/>
          </p:nvPr>
        </p:nvSpPr>
        <p:spPr>
          <a:xfrm>
            <a:off x="584889" y="1525707"/>
            <a:ext cx="3402898" cy="77649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2800">
                <a:solidFill>
                  <a:srgbClr val="4D4D4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Title"/>
          <p:cNvSpPr>
            <a:spLocks noGrp="1"/>
          </p:cNvSpPr>
          <p:nvPr>
            <p:ph type="title"/>
          </p:nvPr>
        </p:nvSpPr>
        <p:spPr>
          <a:xfrm>
            <a:off x="585368" y="460552"/>
            <a:ext cx="11038589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_column 2"/>
          <p:cNvSpPr>
            <a:spLocks noGrp="1"/>
          </p:cNvSpPr>
          <p:nvPr>
            <p:ph sz="half" idx="20"/>
          </p:nvPr>
        </p:nvSpPr>
        <p:spPr>
          <a:xfrm>
            <a:off x="583000" y="2560973"/>
            <a:ext cx="3338429" cy="3601231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tx2"/>
              </a:buClr>
              <a:buSzPct val="85000"/>
              <a:buFont typeface="Arial" panose="020B0604020202020204" pitchFamily="34" charset="0"/>
              <a:buChar char="•"/>
              <a:defRPr sz="2000">
                <a:solidFill>
                  <a:srgbClr val="4D4D4F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68897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86968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_column 2"/>
          <p:cNvSpPr>
            <a:spLocks noGrp="1"/>
          </p:cNvSpPr>
          <p:nvPr>
            <p:ph sz="half" idx="21"/>
          </p:nvPr>
        </p:nvSpPr>
        <p:spPr>
          <a:xfrm>
            <a:off x="4435309" y="2560973"/>
            <a:ext cx="3338429" cy="3601231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tx2"/>
              </a:buClr>
              <a:buSzPct val="8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685800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68897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86968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_column 2"/>
          <p:cNvSpPr>
            <a:spLocks noGrp="1"/>
          </p:cNvSpPr>
          <p:nvPr>
            <p:ph sz="half" idx="22"/>
          </p:nvPr>
        </p:nvSpPr>
        <p:spPr>
          <a:xfrm>
            <a:off x="8285528" y="2560973"/>
            <a:ext cx="3338429" cy="3601231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tx2"/>
              </a:buClr>
              <a:buSzPct val="8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685800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68897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86968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3"/>
          </p:nvPr>
        </p:nvSpPr>
        <p:spPr>
          <a:xfrm>
            <a:off x="-3120731" y="6356351"/>
            <a:ext cx="2843954" cy="365125"/>
          </a:xfrm>
        </p:spPr>
        <p:txBody>
          <a:bodyPr/>
          <a:lstStyle/>
          <a:p>
            <a:fld id="{B4E2EE95-4511-40DC-8811-39B6C5014E5F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28238"/>
      </p:ext>
    </p:extLst>
  </p:cSld>
  <p:clrMapOvr>
    <a:masterClrMapping/>
  </p:clrMapOvr>
  <p:transition>
    <p:fade/>
  </p:transition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>
          <a:xfrm>
            <a:off x="-3069348" y="6356351"/>
            <a:ext cx="2843954" cy="365125"/>
          </a:xfrm>
        </p:spPr>
        <p:txBody>
          <a:bodyPr/>
          <a:lstStyle/>
          <a:p>
            <a:fld id="{BA761656-1249-4F38-99F8-ACF2559DA4D2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79213"/>
      </p:ext>
    </p:extLst>
  </p:cSld>
  <p:clrMapOvr>
    <a:masterClrMapping/>
  </p:clrMapOvr>
  <p:transition>
    <p:fade/>
  </p:transition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-3017963" y="6356351"/>
            <a:ext cx="2843954" cy="365125"/>
          </a:xfrm>
        </p:spPr>
        <p:txBody>
          <a:bodyPr/>
          <a:lstStyle/>
          <a:p>
            <a:fld id="{285138E8-3F3E-4DC5-A5FA-50868B94627A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47000"/>
      </p:ext>
    </p:extLst>
  </p:cSld>
  <p:clrMapOvr>
    <a:masterClrMapping/>
  </p:clrMapOvr>
  <p:transition>
    <p:fade/>
  </p:transition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Pink Background"/>
          <p:cNvGrpSpPr/>
          <p:nvPr/>
        </p:nvGrpSpPr>
        <p:grpSpPr>
          <a:xfrm>
            <a:off x="5931175" y="1639737"/>
            <a:ext cx="626082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>
                <a:latin typeface="+mn-lt"/>
              </a:endParaRPr>
            </a:p>
          </p:txBody>
        </p:sp>
        <p:sp>
          <p:nvSpPr>
            <p:cNvPr id="7" name="Background pink"/>
            <p:cNvSpPr/>
            <p:nvPr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9757" y="4736592"/>
            <a:ext cx="4397134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/>
          </p:nvPr>
        </p:nvSpPr>
        <p:spPr bwMode="white">
          <a:xfrm>
            <a:off x="6319949" y="2011681"/>
            <a:ext cx="4564247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994" y="460552"/>
            <a:ext cx="11096183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995" y="1639738"/>
            <a:ext cx="5075330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>
          <a:xfrm>
            <a:off x="-2946026" y="6356351"/>
            <a:ext cx="2843954" cy="365125"/>
          </a:xfrm>
        </p:spPr>
        <p:txBody>
          <a:bodyPr/>
          <a:lstStyle/>
          <a:p>
            <a:fld id="{285138E8-3F3E-4DC5-A5FA-50868B94627A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44057"/>
      </p:ext>
    </p:extLst>
  </p:cSld>
  <p:clrMapOvr>
    <a:masterClrMapping/>
  </p:clrMapOvr>
  <p:transition>
    <p:fade/>
  </p:transition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3" r="13308"/>
          <a:stretch/>
        </p:blipFill>
        <p:spPr>
          <a:xfrm>
            <a:off x="4218355" y="1"/>
            <a:ext cx="7977648" cy="6511127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4876801" y="1399032"/>
            <a:ext cx="6732436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32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>
          <a:xfrm>
            <a:off x="-3017964" y="6356351"/>
            <a:ext cx="2843954" cy="365125"/>
          </a:xfrm>
        </p:spPr>
        <p:txBody>
          <a:bodyPr/>
          <a:lstStyle/>
          <a:p>
            <a:fld id="{285138E8-3F3E-4DC5-A5FA-50868B94627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96" y="1947672"/>
            <a:ext cx="3373044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gradFill flip="none" rotWithShape="1">
                  <a:gsLst>
                    <a:gs pos="0">
                      <a:schemeClr val="accent6"/>
                    </a:gs>
                    <a:gs pos="60000">
                      <a:schemeClr val="bg2"/>
                    </a:gs>
                    <a:gs pos="100000">
                      <a:schemeClr val="bg2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0270337"/>
      </p:ext>
    </p:extLst>
  </p:cSld>
  <p:clrMapOvr>
    <a:masterClrMapping/>
  </p:clrMapOvr>
  <p:transition>
    <p:fade/>
  </p:transition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209" y="0"/>
            <a:ext cx="7984791" cy="6510528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4876801" y="1399032"/>
            <a:ext cx="6732436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3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Slide Title"/>
          <p:cNvSpPr>
            <a:spLocks noGrp="1"/>
          </p:cNvSpPr>
          <p:nvPr>
            <p:ph type="title" hasCustomPrompt="1"/>
          </p:nvPr>
        </p:nvSpPr>
        <p:spPr>
          <a:xfrm>
            <a:off x="368396" y="1947672"/>
            <a:ext cx="3373044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gradFill flip="none" rotWithShape="1">
                  <a:gsLst>
                    <a:gs pos="0">
                      <a:schemeClr val="accent6"/>
                    </a:gs>
                    <a:gs pos="60000">
                      <a:schemeClr val="bg2"/>
                    </a:gs>
                    <a:gs pos="100000">
                      <a:schemeClr val="bg2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>
          <a:xfrm>
            <a:off x="-3017964" y="6356351"/>
            <a:ext cx="2843954" cy="365125"/>
          </a:xfrm>
        </p:spPr>
        <p:txBody>
          <a:bodyPr/>
          <a:lstStyle/>
          <a:p>
            <a:fld id="{285138E8-3F3E-4DC5-A5FA-50868B94627A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73649"/>
      </p:ext>
    </p:extLst>
  </p:cSld>
  <p:clrMapOvr>
    <a:masterClrMapping/>
  </p:clrMapOvr>
  <p:transition>
    <p:fade/>
  </p:transition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ction title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37345" y="2171236"/>
            <a:ext cx="8323638" cy="3027783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000" b="0" cap="all" baseline="0">
                <a:solidFill>
                  <a:schemeClr val="tx1"/>
                </a:solidFill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SECTION HEADER</a:t>
            </a:r>
          </a:p>
        </p:txBody>
      </p:sp>
      <p:sp>
        <p:nvSpPr>
          <p:cNvPr id="7" name="Section number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614480" y="963869"/>
            <a:ext cx="4650870" cy="89107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bg2"/>
                </a:solidFill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>
          <a:xfrm>
            <a:off x="-3157710" y="6356351"/>
            <a:ext cx="2843954" cy="365125"/>
          </a:xfrm>
        </p:spPr>
        <p:txBody>
          <a:bodyPr/>
          <a:lstStyle/>
          <a:p>
            <a:fld id="{285138E8-3F3E-4DC5-A5FA-50868B94627A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12161"/>
      </p:ext>
    </p:extLst>
  </p:cSld>
  <p:clrMapOvr>
    <a:masterClrMapping/>
  </p:clrMapOvr>
  <p:transition>
    <p:fade/>
  </p:transition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850" y="1325880"/>
            <a:ext cx="11286067" cy="4992624"/>
          </a:xfrm>
        </p:spPr>
        <p:txBody>
          <a:bodyPr/>
          <a:lstStyle>
            <a:lvl1pPr marL="285750" indent="-285750">
              <a:spcBef>
                <a:spcPts val="1800"/>
              </a:spcBef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1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FAEC82EF-2DBF-4691-8AFF-FCDD57AB4AFD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12165"/>
      </p:ext>
    </p:extLst>
  </p:cSld>
  <p:clrMapOvr>
    <a:masterClrMapping/>
  </p:clrMapOvr>
  <p:transition>
    <p:fade/>
  </p:transition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 title and bulle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/>
          </p:nvPr>
        </p:nvSpPr>
        <p:spPr>
          <a:xfrm>
            <a:off x="463551" y="1325880"/>
            <a:ext cx="11267016" cy="5003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" hidden="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3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FCEB34AD-1F96-43E0-B6B4-B15917B4BC28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66093"/>
      </p:ext>
    </p:extLst>
  </p:cSld>
  <p:clrMapOvr>
    <a:masterClrMapping/>
  </p:clrMapOvr>
  <p:transition>
    <p:fade/>
  </p:transition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71327-CCE3-4049-B9D2-AE18F70D7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273685"/>
            <a:ext cx="11658599" cy="904898"/>
          </a:xfrm>
        </p:spPr>
        <p:txBody>
          <a:bodyPr>
            <a:normAutofit/>
          </a:bodyPr>
          <a:lstStyle>
            <a:lvl1pPr>
              <a:defRPr sz="3999" b="1">
                <a:solidFill>
                  <a:schemeClr val="accent4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3DD772-B844-47E2-84C1-5BBF9959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6597379"/>
            <a:ext cx="1235528" cy="248193"/>
          </a:xfrm>
        </p:spPr>
        <p:txBody>
          <a:bodyPr/>
          <a:lstStyle>
            <a:lvl1pPr algn="ctr">
              <a:defRPr>
                <a:solidFill>
                  <a:schemeClr val="accent4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285138E8-3F3E-4DC5-A5FA-50868B94627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1778D5FB-78CA-4AE8-8330-CA52CADA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603906"/>
            <a:ext cx="4114800" cy="241664"/>
          </a:xfrm>
        </p:spPr>
        <p:txBody>
          <a:bodyPr/>
          <a:lstStyle>
            <a:lvl1pPr algn="ctr">
              <a:defRPr>
                <a:solidFill>
                  <a:schemeClr val="accent4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D0E4D-5BF3-400B-B67A-BD984CF1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8276" y="6597378"/>
            <a:ext cx="1217024" cy="248192"/>
          </a:xfrm>
        </p:spPr>
        <p:txBody>
          <a:bodyPr/>
          <a:lstStyle>
            <a:lvl1pPr algn="ctr">
              <a:defRPr>
                <a:solidFill>
                  <a:schemeClr val="accent4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4475ED5B-BE5F-4D8F-903D-2E1B9EE5F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72112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  <p15:guide id="3" pos="168" userDrawn="1">
          <p15:clr>
            <a:srgbClr val="FBAE40"/>
          </p15:clr>
        </p15:guide>
        <p15:guide id="4" pos="7514" userDrawn="1">
          <p15:clr>
            <a:srgbClr val="FBAE40"/>
          </p15:clr>
        </p15:guide>
        <p15:guide id="5" orient="horz" pos="4152" userDrawn="1">
          <p15:clr>
            <a:srgbClr val="FBAE40"/>
          </p15:clr>
        </p15:guide>
        <p15:guide id="6" orient="horz" pos="168" userDrawn="1">
          <p15:clr>
            <a:srgbClr val="FBAE40"/>
          </p15:clr>
        </p15:guide>
        <p15:guide id="7" orient="horz" pos="744" userDrawn="1">
          <p15:clr>
            <a:srgbClr val="FBAE40"/>
          </p15:clr>
        </p15:guide>
        <p15:guide id="8" orient="horz" pos="768" userDrawn="1">
          <p15:clr>
            <a:srgbClr val="FBAE40"/>
          </p15:clr>
        </p15:guide>
        <p15:guide id="9" orient="horz" pos="792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3279-0937-3BD1-024C-4C4B07BF8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2DECE-E991-5EDF-566A-8A0F34DC3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6371C-F128-2DA7-3702-9DEC8F5D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918-085D-41E7-B7AE-39736E76631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1043FE4E-F67B-1D26-8E85-42B76E54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CB86B-1548-2AE6-62FF-4C572309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2ACAF-AAA2-4818-B800-7E2F5064C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75957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5"/>
            <a:ext cx="12191997" cy="68579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47" y="788980"/>
            <a:ext cx="2972580" cy="633904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6901" y="4870699"/>
            <a:ext cx="5806501" cy="692595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 | Speaker Title</a:t>
            </a:r>
          </a:p>
          <a:p>
            <a:r>
              <a:rPr lang="en-US"/>
              <a:t>Date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17518" y="3429893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2828" y="2188609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all" baseline="0" dirty="0" smtClean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PRESENTATION TITLE</a:t>
            </a:r>
          </a:p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endParaRPr lang="en-US" kern="0"/>
          </a:p>
        </p:txBody>
      </p:sp>
      <p:sp>
        <p:nvSpPr>
          <p:cNvPr id="2" name="Date Placeholder 1"/>
          <p:cNvSpPr>
            <a:spLocks noGrp="1"/>
          </p:cNvSpPr>
          <p:nvPr userDrawn="1">
            <p:ph type="dt" sz="half" idx="15"/>
          </p:nvPr>
        </p:nvSpPr>
        <p:spPr>
          <a:xfrm>
            <a:off x="-3048794" y="6356351"/>
            <a:ext cx="2843954" cy="365125"/>
          </a:xfrm>
        </p:spPr>
        <p:txBody>
          <a:bodyPr/>
          <a:lstStyle/>
          <a:p>
            <a:fld id="{603289AC-4C12-4E6D-B39B-A4756814FEEC}" type="datetimeFigureOut">
              <a:rPr lang="en-US" smtClean="0"/>
              <a:t>11/17/2025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37570" y="5911030"/>
            <a:ext cx="2743915" cy="14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15480"/>
      </p:ext>
    </p:extLst>
  </p:cSld>
  <p:clrMapOvr>
    <a:masterClrMapping/>
  </p:clrMapOvr>
  <p:transition>
    <p:fade/>
  </p:transition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genda list"/>
          <p:cNvSpPr>
            <a:spLocks noGrp="1"/>
          </p:cNvSpPr>
          <p:nvPr>
            <p:ph sz="quarter" idx="13"/>
          </p:nvPr>
        </p:nvSpPr>
        <p:spPr>
          <a:xfrm>
            <a:off x="2244365" y="1752898"/>
            <a:ext cx="9214019" cy="4163242"/>
          </a:xfrm>
        </p:spPr>
        <p:txBody>
          <a:bodyPr/>
          <a:lstStyle>
            <a:lvl1pPr marL="228600" indent="-228600">
              <a:lnSpc>
                <a:spcPct val="120000"/>
              </a:lnSpc>
              <a:buClr>
                <a:schemeClr val="bg1"/>
              </a:buClr>
              <a:buFont typeface="Calibri" panose="020F050202020403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576072" indent="-228600">
              <a:buClr>
                <a:schemeClr val="bg1"/>
              </a:buClr>
              <a:buFont typeface="Calibri" panose="020F0502020204030204" pitchFamily="34" charset="0"/>
              <a:buChar char="̶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Title"/>
          <p:cNvSpPr>
            <a:spLocks noGrp="1"/>
          </p:cNvSpPr>
          <p:nvPr>
            <p:ph type="title"/>
          </p:nvPr>
        </p:nvSpPr>
        <p:spPr>
          <a:xfrm>
            <a:off x="1167116" y="976681"/>
            <a:ext cx="10291267" cy="7072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>
          <a:xfrm>
            <a:off x="-2977439" y="6356351"/>
            <a:ext cx="2843954" cy="365125"/>
          </a:xfrm>
        </p:spPr>
        <p:txBody>
          <a:bodyPr/>
          <a:lstStyle/>
          <a:p>
            <a:fld id="{1B14FBC4-36FA-423D-BDD2-47F855CE7E5F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844"/>
      </p:ext>
    </p:extLst>
  </p:cSld>
  <p:clrMapOvr>
    <a:masterClrMapping/>
  </p:clrMapOvr>
  <p:transition>
    <p:fade/>
  </p:transition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gu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ction title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29848" y="2171236"/>
            <a:ext cx="8622137" cy="3027783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all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HEADER</a:t>
            </a:r>
          </a:p>
        </p:txBody>
      </p:sp>
      <p:sp>
        <p:nvSpPr>
          <p:cNvPr id="7" name="Section number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614480" y="963869"/>
            <a:ext cx="4650870" cy="89107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3000" b="0" i="0" u="none" strike="noStrike" cap="all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>
          <a:xfrm>
            <a:off x="-3157710" y="6356351"/>
            <a:ext cx="2843954" cy="365125"/>
          </a:xfrm>
        </p:spPr>
        <p:txBody>
          <a:bodyPr/>
          <a:lstStyle/>
          <a:p>
            <a:fld id="{BFD34698-4CB0-4260-A437-6B0E52C5ABA4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79931"/>
      </p:ext>
    </p:extLst>
  </p:cSld>
  <p:clrMapOvr>
    <a:masterClrMapping/>
  </p:clrMapOvr>
  <p:transition>
    <p:fade/>
  </p:transition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995" y="460552"/>
            <a:ext cx="11025242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995" y="1534474"/>
            <a:ext cx="11025242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tx2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tx2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-2992023" y="6356351"/>
            <a:ext cx="2843954" cy="365125"/>
          </a:xfrm>
        </p:spPr>
        <p:txBody>
          <a:bodyPr/>
          <a:lstStyle/>
          <a:p>
            <a:fld id="{CF0E1690-FFBA-4DAF-B44A-36E39ACA0346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41645"/>
      </p:ext>
    </p:extLst>
  </p:cSld>
  <p:clrMapOvr>
    <a:masterClrMapping/>
  </p:clrMapOvr>
  <p:transition>
    <p:fade/>
  </p:transition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9264EB71-2D7C-433A-B7A8-3BABE6FC16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860" y="6356351"/>
            <a:ext cx="4114284" cy="365125"/>
          </a:xfrm>
          <a:prstGeom prst="rect">
            <a:avLst/>
          </a:prstGeom>
        </p:spPr>
        <p:txBody>
          <a:bodyPr/>
          <a:lstStyle/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2D75E-9DCB-0B8C-05DD-E4AE324C423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838419" y="6356351"/>
            <a:ext cx="2743121" cy="365125"/>
          </a:xfrm>
          <a:prstGeom prst="rect">
            <a:avLst/>
          </a:prstGeom>
        </p:spPr>
        <p:txBody>
          <a:bodyPr/>
          <a:lstStyle/>
          <a:p>
            <a:fld id="{D0CA42EC-60DA-45A9-B074-C1DC6DC7A4EE}" type="datetimeFigureOut">
              <a:rPr lang="en-IL" smtClean="0"/>
              <a:t>11/17/2025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7987898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title and bulle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/>
          </p:nvPr>
        </p:nvSpPr>
        <p:spPr>
          <a:xfrm>
            <a:off x="463551" y="1325880"/>
            <a:ext cx="11267016" cy="5003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" hidden="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3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FCEB34AD-1F96-43E0-B6B4-B15917B4BC28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37993"/>
      </p:ext>
    </p:extLst>
  </p:cSld>
  <p:clrMapOvr>
    <a:masterClrMapping/>
  </p:clrMapOvr>
  <p:transition>
    <p:fade/>
  </p:transition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995" y="460552"/>
            <a:ext cx="11040486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994" y="1525588"/>
            <a:ext cx="5121974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tx2"/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2506" y="1525588"/>
            <a:ext cx="5121974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tx2"/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>
          <a:xfrm>
            <a:off x="-2997409" y="6356351"/>
            <a:ext cx="2843954" cy="365125"/>
          </a:xfrm>
        </p:spPr>
        <p:txBody>
          <a:bodyPr/>
          <a:lstStyle/>
          <a:p>
            <a:fld id="{8F2A6A3B-A6C9-4C0C-BBE8-3BEF53BED0C3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2303"/>
      </p:ext>
    </p:extLst>
  </p:cSld>
  <p:clrMapOvr>
    <a:masterClrMapping/>
  </p:clrMapOvr>
  <p:transition>
    <p:fade/>
  </p:transition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_security classification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 hidden="1"/>
          <p:cNvSpPr>
            <a:spLocks noGrp="1"/>
          </p:cNvSpPr>
          <p:nvPr>
            <p:ph type="dt" sz="quarter" idx="12"/>
          </p:nvPr>
        </p:nvSpPr>
        <p:spPr>
          <a:xfrm>
            <a:off x="609759" y="6356351"/>
            <a:ext cx="2843954" cy="365125"/>
          </a:xfrm>
          <a:prstGeom prst="rect">
            <a:avLst/>
          </a:prstGeom>
        </p:spPr>
        <p:txBody>
          <a:bodyPr/>
          <a:lstStyle/>
          <a:p>
            <a:fld id="{1C396E99-728E-4BC1-9827-5FA2D157E6F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3" name="Bullet text"/>
          <p:cNvSpPr>
            <a:spLocks noGrp="1"/>
          </p:cNvSpPr>
          <p:nvPr>
            <p:ph sz="quarter" idx="11"/>
          </p:nvPr>
        </p:nvSpPr>
        <p:spPr>
          <a:xfrm>
            <a:off x="583226" y="1457960"/>
            <a:ext cx="11003780" cy="4676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583994" y="460552"/>
            <a:ext cx="9859907" cy="92374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2563652"/>
      </p:ext>
    </p:extLst>
  </p:cSld>
  <p:clrMapOvr>
    <a:masterClrMapping/>
  </p:clrMapOvr>
  <p:transition>
    <p:fade/>
  </p:transition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-title_column 3"/>
          <p:cNvSpPr>
            <a:spLocks noGrp="1"/>
          </p:cNvSpPr>
          <p:nvPr>
            <p:ph type="body" sz="quarter" idx="16"/>
          </p:nvPr>
        </p:nvSpPr>
        <p:spPr>
          <a:xfrm>
            <a:off x="8291162" y="1525707"/>
            <a:ext cx="3345988" cy="77649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2800">
                <a:solidFill>
                  <a:srgbClr val="4D4D4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-title_column 2"/>
          <p:cNvSpPr>
            <a:spLocks noGrp="1"/>
          </p:cNvSpPr>
          <p:nvPr>
            <p:ph type="body" sz="quarter" idx="14"/>
          </p:nvPr>
        </p:nvSpPr>
        <p:spPr>
          <a:xfrm>
            <a:off x="4439805" y="1525707"/>
            <a:ext cx="3374995" cy="77649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2800">
                <a:solidFill>
                  <a:srgbClr val="4D4D4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ub-title_column 1"/>
          <p:cNvSpPr>
            <a:spLocks noGrp="1"/>
          </p:cNvSpPr>
          <p:nvPr>
            <p:ph type="body" sz="quarter" idx="12"/>
          </p:nvPr>
        </p:nvSpPr>
        <p:spPr>
          <a:xfrm>
            <a:off x="584889" y="1525707"/>
            <a:ext cx="3402898" cy="77649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2800">
                <a:solidFill>
                  <a:srgbClr val="4D4D4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Title"/>
          <p:cNvSpPr>
            <a:spLocks noGrp="1"/>
          </p:cNvSpPr>
          <p:nvPr>
            <p:ph type="title"/>
          </p:nvPr>
        </p:nvSpPr>
        <p:spPr>
          <a:xfrm>
            <a:off x="585368" y="460552"/>
            <a:ext cx="11038589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_column 2"/>
          <p:cNvSpPr>
            <a:spLocks noGrp="1"/>
          </p:cNvSpPr>
          <p:nvPr>
            <p:ph sz="half" idx="20"/>
          </p:nvPr>
        </p:nvSpPr>
        <p:spPr>
          <a:xfrm>
            <a:off x="583000" y="2560973"/>
            <a:ext cx="3338429" cy="3601231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tx2"/>
              </a:buClr>
              <a:buSzPct val="85000"/>
              <a:buFont typeface="Arial" panose="020B0604020202020204" pitchFamily="34" charset="0"/>
              <a:buChar char="•"/>
              <a:defRPr sz="2000">
                <a:solidFill>
                  <a:srgbClr val="4D4D4F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68897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86968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_column 2"/>
          <p:cNvSpPr>
            <a:spLocks noGrp="1"/>
          </p:cNvSpPr>
          <p:nvPr>
            <p:ph sz="half" idx="21"/>
          </p:nvPr>
        </p:nvSpPr>
        <p:spPr>
          <a:xfrm>
            <a:off x="4435309" y="2560973"/>
            <a:ext cx="3338429" cy="3601231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tx2"/>
              </a:buClr>
              <a:buSzPct val="8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685800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68897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86968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_column 2"/>
          <p:cNvSpPr>
            <a:spLocks noGrp="1"/>
          </p:cNvSpPr>
          <p:nvPr>
            <p:ph sz="half" idx="22"/>
          </p:nvPr>
        </p:nvSpPr>
        <p:spPr>
          <a:xfrm>
            <a:off x="8285528" y="2560973"/>
            <a:ext cx="3338429" cy="3601231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tx2"/>
              </a:buClr>
              <a:buSzPct val="8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685800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68897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86968" indent="-155448">
              <a:lnSpc>
                <a:spcPct val="95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3"/>
          </p:nvPr>
        </p:nvSpPr>
        <p:spPr>
          <a:xfrm>
            <a:off x="-3120731" y="6356351"/>
            <a:ext cx="2843954" cy="365125"/>
          </a:xfrm>
        </p:spPr>
        <p:txBody>
          <a:bodyPr/>
          <a:lstStyle/>
          <a:p>
            <a:fld id="{B4E2EE95-4511-40DC-8811-39B6C5014E5F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66313"/>
      </p:ext>
    </p:extLst>
  </p:cSld>
  <p:clrMapOvr>
    <a:masterClrMapping/>
  </p:clrMapOvr>
  <p:transition>
    <p:fade/>
  </p:transition>
  <p:hf sldNum="0"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7251" y="745202"/>
            <a:ext cx="2980666" cy="6458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"/>
            <a:ext cx="12191999" cy="68579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5355" y="745202"/>
            <a:ext cx="2882638" cy="642814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6901" y="4870699"/>
            <a:ext cx="5806501" cy="692595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 | Speaker Title</a:t>
            </a:r>
          </a:p>
          <a:p>
            <a:r>
              <a:rPr lang="en-US"/>
              <a:t>Date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17518" y="3429893"/>
            <a:ext cx="6879398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/>
              <a:t>Presentation Subtitle</a:t>
            </a:r>
          </a:p>
        </p:txBody>
      </p:sp>
      <p:sp>
        <p:nvSpPr>
          <p:cNvPr id="2" name="Date Placeholder 1"/>
          <p:cNvSpPr>
            <a:spLocks noGrp="1"/>
          </p:cNvSpPr>
          <p:nvPr userDrawn="1">
            <p:ph type="dt" sz="half" idx="15"/>
          </p:nvPr>
        </p:nvSpPr>
        <p:spPr>
          <a:xfrm>
            <a:off x="-3048794" y="6356351"/>
            <a:ext cx="2843954" cy="365125"/>
          </a:xfrm>
        </p:spPr>
        <p:txBody>
          <a:bodyPr/>
          <a:lstStyle/>
          <a:p>
            <a:fld id="{603289AC-4C12-4E6D-B39B-A4756814FEEC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" name="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912828" y="2188609"/>
            <a:ext cx="6884088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all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/>
              <a:t>PRESENTATION TITLE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9087848" y="6195478"/>
            <a:ext cx="2743915" cy="141940"/>
            <a:chOff x="4101" y="3702"/>
            <a:chExt cx="2783" cy="144"/>
          </a:xfrm>
        </p:grpSpPr>
        <p:sp>
          <p:nvSpPr>
            <p:cNvPr id="12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4101" y="3702"/>
              <a:ext cx="278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5" name="Freeform 5"/>
            <p:cNvSpPr>
              <a:spLocks/>
            </p:cNvSpPr>
            <p:nvPr userDrawn="1"/>
          </p:nvSpPr>
          <p:spPr bwMode="auto">
            <a:xfrm>
              <a:off x="4101" y="3704"/>
              <a:ext cx="77" cy="140"/>
            </a:xfrm>
            <a:custGeom>
              <a:avLst/>
              <a:gdLst>
                <a:gd name="T0" fmla="*/ 50 w 77"/>
                <a:gd name="T1" fmla="*/ 85 h 140"/>
                <a:gd name="T2" fmla="*/ 50 w 77"/>
                <a:gd name="T3" fmla="*/ 140 h 140"/>
                <a:gd name="T4" fmla="*/ 27 w 77"/>
                <a:gd name="T5" fmla="*/ 140 h 140"/>
                <a:gd name="T6" fmla="*/ 27 w 77"/>
                <a:gd name="T7" fmla="*/ 85 h 140"/>
                <a:gd name="T8" fmla="*/ 0 w 77"/>
                <a:gd name="T9" fmla="*/ 0 h 140"/>
                <a:gd name="T10" fmla="*/ 25 w 77"/>
                <a:gd name="T11" fmla="*/ 0 h 140"/>
                <a:gd name="T12" fmla="*/ 39 w 77"/>
                <a:gd name="T13" fmla="*/ 55 h 140"/>
                <a:gd name="T14" fmla="*/ 53 w 77"/>
                <a:gd name="T15" fmla="*/ 0 h 140"/>
                <a:gd name="T16" fmla="*/ 77 w 77"/>
                <a:gd name="T17" fmla="*/ 0 h 140"/>
                <a:gd name="T18" fmla="*/ 50 w 77"/>
                <a:gd name="T19" fmla="*/ 85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140">
                  <a:moveTo>
                    <a:pt x="50" y="85"/>
                  </a:moveTo>
                  <a:lnTo>
                    <a:pt x="50" y="140"/>
                  </a:lnTo>
                  <a:lnTo>
                    <a:pt x="27" y="140"/>
                  </a:lnTo>
                  <a:lnTo>
                    <a:pt x="27" y="85"/>
                  </a:lnTo>
                  <a:lnTo>
                    <a:pt x="0" y="0"/>
                  </a:lnTo>
                  <a:lnTo>
                    <a:pt x="25" y="0"/>
                  </a:lnTo>
                  <a:lnTo>
                    <a:pt x="39" y="55"/>
                  </a:lnTo>
                  <a:lnTo>
                    <a:pt x="53" y="0"/>
                  </a:lnTo>
                  <a:lnTo>
                    <a:pt x="77" y="0"/>
                  </a:lnTo>
                  <a:lnTo>
                    <a:pt x="50" y="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6" name="Freeform 6"/>
            <p:cNvSpPr>
              <a:spLocks noEditPoints="1"/>
            </p:cNvSpPr>
            <p:nvPr userDrawn="1"/>
          </p:nvSpPr>
          <p:spPr bwMode="auto">
            <a:xfrm>
              <a:off x="4204" y="3702"/>
              <a:ext cx="75" cy="144"/>
            </a:xfrm>
            <a:custGeom>
              <a:avLst/>
              <a:gdLst>
                <a:gd name="T0" fmla="*/ 243 w 486"/>
                <a:gd name="T1" fmla="*/ 932 h 932"/>
                <a:gd name="T2" fmla="*/ 137 w 486"/>
                <a:gd name="T3" fmla="*/ 909 h 932"/>
                <a:gd name="T4" fmla="*/ 66 w 486"/>
                <a:gd name="T5" fmla="*/ 854 h 932"/>
                <a:gd name="T6" fmla="*/ 31 w 486"/>
                <a:gd name="T7" fmla="*/ 793 h 932"/>
                <a:gd name="T8" fmla="*/ 11 w 486"/>
                <a:gd name="T9" fmla="*/ 713 h 932"/>
                <a:gd name="T10" fmla="*/ 2 w 486"/>
                <a:gd name="T11" fmla="*/ 607 h 932"/>
                <a:gd name="T12" fmla="*/ 0 w 486"/>
                <a:gd name="T13" fmla="*/ 466 h 932"/>
                <a:gd name="T14" fmla="*/ 2 w 486"/>
                <a:gd name="T15" fmla="*/ 325 h 932"/>
                <a:gd name="T16" fmla="*/ 11 w 486"/>
                <a:gd name="T17" fmla="*/ 218 h 932"/>
                <a:gd name="T18" fmla="*/ 31 w 486"/>
                <a:gd name="T19" fmla="*/ 139 h 932"/>
                <a:gd name="T20" fmla="*/ 66 w 486"/>
                <a:gd name="T21" fmla="*/ 78 h 932"/>
                <a:gd name="T22" fmla="*/ 137 w 486"/>
                <a:gd name="T23" fmla="*/ 23 h 932"/>
                <a:gd name="T24" fmla="*/ 243 w 486"/>
                <a:gd name="T25" fmla="*/ 0 h 932"/>
                <a:gd name="T26" fmla="*/ 349 w 486"/>
                <a:gd name="T27" fmla="*/ 23 h 932"/>
                <a:gd name="T28" fmla="*/ 420 w 486"/>
                <a:gd name="T29" fmla="*/ 78 h 932"/>
                <a:gd name="T30" fmla="*/ 456 w 486"/>
                <a:gd name="T31" fmla="*/ 138 h 932"/>
                <a:gd name="T32" fmla="*/ 476 w 486"/>
                <a:gd name="T33" fmla="*/ 218 h 932"/>
                <a:gd name="T34" fmla="*/ 484 w 486"/>
                <a:gd name="T35" fmla="*/ 325 h 932"/>
                <a:gd name="T36" fmla="*/ 486 w 486"/>
                <a:gd name="T37" fmla="*/ 466 h 932"/>
                <a:gd name="T38" fmla="*/ 484 w 486"/>
                <a:gd name="T39" fmla="*/ 607 h 932"/>
                <a:gd name="T40" fmla="*/ 476 w 486"/>
                <a:gd name="T41" fmla="*/ 714 h 932"/>
                <a:gd name="T42" fmla="*/ 456 w 486"/>
                <a:gd name="T43" fmla="*/ 793 h 932"/>
                <a:gd name="T44" fmla="*/ 420 w 486"/>
                <a:gd name="T45" fmla="*/ 854 h 932"/>
                <a:gd name="T46" fmla="*/ 349 w 486"/>
                <a:gd name="T47" fmla="*/ 909 h 932"/>
                <a:gd name="T48" fmla="*/ 243 w 486"/>
                <a:gd name="T49" fmla="*/ 932 h 932"/>
                <a:gd name="T50" fmla="*/ 243 w 486"/>
                <a:gd name="T51" fmla="*/ 802 h 932"/>
                <a:gd name="T52" fmla="*/ 285 w 486"/>
                <a:gd name="T53" fmla="*/ 793 h 932"/>
                <a:gd name="T54" fmla="*/ 312 w 486"/>
                <a:gd name="T55" fmla="*/ 768 h 932"/>
                <a:gd name="T56" fmla="*/ 338 w 486"/>
                <a:gd name="T57" fmla="*/ 663 h 932"/>
                <a:gd name="T58" fmla="*/ 343 w 486"/>
                <a:gd name="T59" fmla="*/ 466 h 932"/>
                <a:gd name="T60" fmla="*/ 338 w 486"/>
                <a:gd name="T61" fmla="*/ 269 h 932"/>
                <a:gd name="T62" fmla="*/ 312 w 486"/>
                <a:gd name="T63" fmla="*/ 164 h 932"/>
                <a:gd name="T64" fmla="*/ 285 w 486"/>
                <a:gd name="T65" fmla="*/ 139 h 932"/>
                <a:gd name="T66" fmla="*/ 243 w 486"/>
                <a:gd name="T67" fmla="*/ 130 h 932"/>
                <a:gd name="T68" fmla="*/ 201 w 486"/>
                <a:gd name="T69" fmla="*/ 139 h 932"/>
                <a:gd name="T70" fmla="*/ 175 w 486"/>
                <a:gd name="T71" fmla="*/ 164 h 932"/>
                <a:gd name="T72" fmla="*/ 149 w 486"/>
                <a:gd name="T73" fmla="*/ 269 h 932"/>
                <a:gd name="T74" fmla="*/ 143 w 486"/>
                <a:gd name="T75" fmla="*/ 466 h 932"/>
                <a:gd name="T76" fmla="*/ 149 w 486"/>
                <a:gd name="T77" fmla="*/ 663 h 932"/>
                <a:gd name="T78" fmla="*/ 175 w 486"/>
                <a:gd name="T79" fmla="*/ 768 h 932"/>
                <a:gd name="T80" fmla="*/ 201 w 486"/>
                <a:gd name="T81" fmla="*/ 793 h 932"/>
                <a:gd name="T82" fmla="*/ 243 w 486"/>
                <a:gd name="T83" fmla="*/ 80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86" h="932">
                  <a:moveTo>
                    <a:pt x="243" y="932"/>
                  </a:moveTo>
                  <a:cubicBezTo>
                    <a:pt x="200" y="932"/>
                    <a:pt x="165" y="924"/>
                    <a:pt x="137" y="909"/>
                  </a:cubicBezTo>
                  <a:cubicBezTo>
                    <a:pt x="109" y="894"/>
                    <a:pt x="85" y="876"/>
                    <a:pt x="66" y="854"/>
                  </a:cubicBezTo>
                  <a:cubicBezTo>
                    <a:pt x="51" y="836"/>
                    <a:pt x="39" y="815"/>
                    <a:pt x="31" y="793"/>
                  </a:cubicBezTo>
                  <a:cubicBezTo>
                    <a:pt x="22" y="770"/>
                    <a:pt x="16" y="744"/>
                    <a:pt x="11" y="713"/>
                  </a:cubicBezTo>
                  <a:cubicBezTo>
                    <a:pt x="6" y="683"/>
                    <a:pt x="3" y="648"/>
                    <a:pt x="2" y="607"/>
                  </a:cubicBezTo>
                  <a:cubicBezTo>
                    <a:pt x="1" y="567"/>
                    <a:pt x="0" y="520"/>
                    <a:pt x="0" y="466"/>
                  </a:cubicBezTo>
                  <a:cubicBezTo>
                    <a:pt x="0" y="412"/>
                    <a:pt x="1" y="365"/>
                    <a:pt x="2" y="325"/>
                  </a:cubicBezTo>
                  <a:cubicBezTo>
                    <a:pt x="3" y="284"/>
                    <a:pt x="6" y="249"/>
                    <a:pt x="11" y="218"/>
                  </a:cubicBezTo>
                  <a:cubicBezTo>
                    <a:pt x="16" y="188"/>
                    <a:pt x="22" y="162"/>
                    <a:pt x="31" y="139"/>
                  </a:cubicBezTo>
                  <a:cubicBezTo>
                    <a:pt x="39" y="117"/>
                    <a:pt x="51" y="96"/>
                    <a:pt x="66" y="78"/>
                  </a:cubicBezTo>
                  <a:cubicBezTo>
                    <a:pt x="85" y="56"/>
                    <a:pt x="109" y="38"/>
                    <a:pt x="137" y="23"/>
                  </a:cubicBezTo>
                  <a:cubicBezTo>
                    <a:pt x="165" y="8"/>
                    <a:pt x="200" y="0"/>
                    <a:pt x="243" y="0"/>
                  </a:cubicBezTo>
                  <a:cubicBezTo>
                    <a:pt x="286" y="0"/>
                    <a:pt x="321" y="8"/>
                    <a:pt x="349" y="23"/>
                  </a:cubicBezTo>
                  <a:cubicBezTo>
                    <a:pt x="377" y="38"/>
                    <a:pt x="401" y="56"/>
                    <a:pt x="420" y="78"/>
                  </a:cubicBezTo>
                  <a:cubicBezTo>
                    <a:pt x="435" y="96"/>
                    <a:pt x="447" y="116"/>
                    <a:pt x="456" y="138"/>
                  </a:cubicBezTo>
                  <a:cubicBezTo>
                    <a:pt x="465" y="161"/>
                    <a:pt x="472" y="187"/>
                    <a:pt x="476" y="218"/>
                  </a:cubicBezTo>
                  <a:cubicBezTo>
                    <a:pt x="480" y="248"/>
                    <a:pt x="483" y="284"/>
                    <a:pt x="484" y="325"/>
                  </a:cubicBezTo>
                  <a:cubicBezTo>
                    <a:pt x="485" y="365"/>
                    <a:pt x="486" y="412"/>
                    <a:pt x="486" y="466"/>
                  </a:cubicBezTo>
                  <a:cubicBezTo>
                    <a:pt x="486" y="520"/>
                    <a:pt x="485" y="567"/>
                    <a:pt x="484" y="607"/>
                  </a:cubicBezTo>
                  <a:cubicBezTo>
                    <a:pt x="483" y="648"/>
                    <a:pt x="480" y="683"/>
                    <a:pt x="476" y="714"/>
                  </a:cubicBezTo>
                  <a:cubicBezTo>
                    <a:pt x="472" y="745"/>
                    <a:pt x="465" y="771"/>
                    <a:pt x="456" y="793"/>
                  </a:cubicBezTo>
                  <a:cubicBezTo>
                    <a:pt x="447" y="816"/>
                    <a:pt x="435" y="836"/>
                    <a:pt x="420" y="854"/>
                  </a:cubicBezTo>
                  <a:cubicBezTo>
                    <a:pt x="401" y="876"/>
                    <a:pt x="377" y="894"/>
                    <a:pt x="349" y="909"/>
                  </a:cubicBezTo>
                  <a:cubicBezTo>
                    <a:pt x="321" y="924"/>
                    <a:pt x="286" y="932"/>
                    <a:pt x="243" y="932"/>
                  </a:cubicBezTo>
                  <a:close/>
                  <a:moveTo>
                    <a:pt x="243" y="802"/>
                  </a:moveTo>
                  <a:cubicBezTo>
                    <a:pt x="260" y="802"/>
                    <a:pt x="274" y="799"/>
                    <a:pt x="285" y="793"/>
                  </a:cubicBezTo>
                  <a:cubicBezTo>
                    <a:pt x="296" y="786"/>
                    <a:pt x="305" y="778"/>
                    <a:pt x="312" y="768"/>
                  </a:cubicBezTo>
                  <a:cubicBezTo>
                    <a:pt x="326" y="746"/>
                    <a:pt x="334" y="711"/>
                    <a:pt x="338" y="663"/>
                  </a:cubicBezTo>
                  <a:cubicBezTo>
                    <a:pt x="341" y="615"/>
                    <a:pt x="343" y="550"/>
                    <a:pt x="343" y="466"/>
                  </a:cubicBezTo>
                  <a:cubicBezTo>
                    <a:pt x="343" y="382"/>
                    <a:pt x="341" y="317"/>
                    <a:pt x="338" y="269"/>
                  </a:cubicBezTo>
                  <a:cubicBezTo>
                    <a:pt x="334" y="221"/>
                    <a:pt x="326" y="186"/>
                    <a:pt x="312" y="164"/>
                  </a:cubicBezTo>
                  <a:cubicBezTo>
                    <a:pt x="305" y="154"/>
                    <a:pt x="296" y="146"/>
                    <a:pt x="285" y="139"/>
                  </a:cubicBezTo>
                  <a:cubicBezTo>
                    <a:pt x="274" y="133"/>
                    <a:pt x="260" y="130"/>
                    <a:pt x="243" y="130"/>
                  </a:cubicBezTo>
                  <a:cubicBezTo>
                    <a:pt x="226" y="130"/>
                    <a:pt x="212" y="133"/>
                    <a:pt x="201" y="139"/>
                  </a:cubicBezTo>
                  <a:cubicBezTo>
                    <a:pt x="191" y="146"/>
                    <a:pt x="182" y="154"/>
                    <a:pt x="175" y="164"/>
                  </a:cubicBezTo>
                  <a:cubicBezTo>
                    <a:pt x="162" y="186"/>
                    <a:pt x="153" y="221"/>
                    <a:pt x="149" y="269"/>
                  </a:cubicBezTo>
                  <a:cubicBezTo>
                    <a:pt x="145" y="317"/>
                    <a:pt x="143" y="382"/>
                    <a:pt x="143" y="466"/>
                  </a:cubicBezTo>
                  <a:cubicBezTo>
                    <a:pt x="143" y="550"/>
                    <a:pt x="145" y="615"/>
                    <a:pt x="149" y="663"/>
                  </a:cubicBezTo>
                  <a:cubicBezTo>
                    <a:pt x="153" y="711"/>
                    <a:pt x="162" y="746"/>
                    <a:pt x="175" y="768"/>
                  </a:cubicBezTo>
                  <a:cubicBezTo>
                    <a:pt x="182" y="778"/>
                    <a:pt x="191" y="786"/>
                    <a:pt x="201" y="793"/>
                  </a:cubicBezTo>
                  <a:cubicBezTo>
                    <a:pt x="212" y="799"/>
                    <a:pt x="226" y="802"/>
                    <a:pt x="243" y="80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7" name="Freeform 7"/>
            <p:cNvSpPr>
              <a:spLocks/>
            </p:cNvSpPr>
            <p:nvPr userDrawn="1"/>
          </p:nvSpPr>
          <p:spPr bwMode="auto">
            <a:xfrm>
              <a:off x="4318" y="3704"/>
              <a:ext cx="71" cy="142"/>
            </a:xfrm>
            <a:custGeom>
              <a:avLst/>
              <a:gdLst>
                <a:gd name="T0" fmla="*/ 464 w 464"/>
                <a:gd name="T1" fmla="*/ 685 h 921"/>
                <a:gd name="T2" fmla="*/ 401 w 464"/>
                <a:gd name="T3" fmla="*/ 853 h 921"/>
                <a:gd name="T4" fmla="*/ 232 w 464"/>
                <a:gd name="T5" fmla="*/ 921 h 921"/>
                <a:gd name="T6" fmla="*/ 62 w 464"/>
                <a:gd name="T7" fmla="*/ 853 h 921"/>
                <a:gd name="T8" fmla="*/ 0 w 464"/>
                <a:gd name="T9" fmla="*/ 685 h 921"/>
                <a:gd name="T10" fmla="*/ 0 w 464"/>
                <a:gd name="T11" fmla="*/ 0 h 921"/>
                <a:gd name="T12" fmla="*/ 143 w 464"/>
                <a:gd name="T13" fmla="*/ 0 h 921"/>
                <a:gd name="T14" fmla="*/ 143 w 464"/>
                <a:gd name="T15" fmla="*/ 680 h 921"/>
                <a:gd name="T16" fmla="*/ 166 w 464"/>
                <a:gd name="T17" fmla="*/ 765 h 921"/>
                <a:gd name="T18" fmla="*/ 232 w 464"/>
                <a:gd name="T19" fmla="*/ 791 h 921"/>
                <a:gd name="T20" fmla="*/ 298 w 464"/>
                <a:gd name="T21" fmla="*/ 765 h 921"/>
                <a:gd name="T22" fmla="*/ 321 w 464"/>
                <a:gd name="T23" fmla="*/ 680 h 921"/>
                <a:gd name="T24" fmla="*/ 321 w 464"/>
                <a:gd name="T25" fmla="*/ 0 h 921"/>
                <a:gd name="T26" fmla="*/ 464 w 464"/>
                <a:gd name="T27" fmla="*/ 0 h 921"/>
                <a:gd name="T28" fmla="*/ 464 w 464"/>
                <a:gd name="T29" fmla="*/ 685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4" h="921">
                  <a:moveTo>
                    <a:pt x="464" y="685"/>
                  </a:moveTo>
                  <a:cubicBezTo>
                    <a:pt x="464" y="755"/>
                    <a:pt x="443" y="811"/>
                    <a:pt x="401" y="853"/>
                  </a:cubicBezTo>
                  <a:cubicBezTo>
                    <a:pt x="358" y="898"/>
                    <a:pt x="301" y="921"/>
                    <a:pt x="232" y="921"/>
                  </a:cubicBezTo>
                  <a:cubicBezTo>
                    <a:pt x="162" y="921"/>
                    <a:pt x="106" y="898"/>
                    <a:pt x="62" y="853"/>
                  </a:cubicBezTo>
                  <a:cubicBezTo>
                    <a:pt x="20" y="811"/>
                    <a:pt x="0" y="755"/>
                    <a:pt x="0" y="6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680"/>
                    <a:pt x="143" y="680"/>
                    <a:pt x="143" y="680"/>
                  </a:cubicBezTo>
                  <a:cubicBezTo>
                    <a:pt x="143" y="718"/>
                    <a:pt x="150" y="747"/>
                    <a:pt x="166" y="765"/>
                  </a:cubicBezTo>
                  <a:cubicBezTo>
                    <a:pt x="181" y="782"/>
                    <a:pt x="203" y="791"/>
                    <a:pt x="232" y="791"/>
                  </a:cubicBezTo>
                  <a:cubicBezTo>
                    <a:pt x="260" y="791"/>
                    <a:pt x="282" y="782"/>
                    <a:pt x="298" y="765"/>
                  </a:cubicBezTo>
                  <a:cubicBezTo>
                    <a:pt x="313" y="747"/>
                    <a:pt x="321" y="718"/>
                    <a:pt x="321" y="68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464" y="0"/>
                    <a:pt x="464" y="0"/>
                    <a:pt x="464" y="0"/>
                  </a:cubicBezTo>
                  <a:lnTo>
                    <a:pt x="464" y="6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8" name="Freeform 8"/>
            <p:cNvSpPr>
              <a:spLocks noEditPoints="1"/>
            </p:cNvSpPr>
            <p:nvPr userDrawn="1"/>
          </p:nvSpPr>
          <p:spPr bwMode="auto">
            <a:xfrm>
              <a:off x="4487" y="3704"/>
              <a:ext cx="73" cy="140"/>
            </a:xfrm>
            <a:custGeom>
              <a:avLst/>
              <a:gdLst>
                <a:gd name="T0" fmla="*/ 231 w 474"/>
                <a:gd name="T1" fmla="*/ 0 h 910"/>
                <a:gd name="T2" fmla="*/ 338 w 474"/>
                <a:gd name="T3" fmla="*/ 21 h 910"/>
                <a:gd name="T4" fmla="*/ 408 w 474"/>
                <a:gd name="T5" fmla="*/ 75 h 910"/>
                <a:gd name="T6" fmla="*/ 444 w 474"/>
                <a:gd name="T7" fmla="*/ 133 h 910"/>
                <a:gd name="T8" fmla="*/ 464 w 474"/>
                <a:gd name="T9" fmla="*/ 211 h 910"/>
                <a:gd name="T10" fmla="*/ 472 w 474"/>
                <a:gd name="T11" fmla="*/ 316 h 910"/>
                <a:gd name="T12" fmla="*/ 474 w 474"/>
                <a:gd name="T13" fmla="*/ 454 h 910"/>
                <a:gd name="T14" fmla="*/ 472 w 474"/>
                <a:gd name="T15" fmla="*/ 592 h 910"/>
                <a:gd name="T16" fmla="*/ 464 w 474"/>
                <a:gd name="T17" fmla="*/ 697 h 910"/>
                <a:gd name="T18" fmla="*/ 444 w 474"/>
                <a:gd name="T19" fmla="*/ 776 h 910"/>
                <a:gd name="T20" fmla="*/ 408 w 474"/>
                <a:gd name="T21" fmla="*/ 835 h 910"/>
                <a:gd name="T22" fmla="*/ 338 w 474"/>
                <a:gd name="T23" fmla="*/ 889 h 910"/>
                <a:gd name="T24" fmla="*/ 231 w 474"/>
                <a:gd name="T25" fmla="*/ 910 h 910"/>
                <a:gd name="T26" fmla="*/ 0 w 474"/>
                <a:gd name="T27" fmla="*/ 910 h 910"/>
                <a:gd name="T28" fmla="*/ 0 w 474"/>
                <a:gd name="T29" fmla="*/ 0 h 910"/>
                <a:gd name="T30" fmla="*/ 231 w 474"/>
                <a:gd name="T31" fmla="*/ 0 h 910"/>
                <a:gd name="T32" fmla="*/ 143 w 474"/>
                <a:gd name="T33" fmla="*/ 129 h 910"/>
                <a:gd name="T34" fmla="*/ 143 w 474"/>
                <a:gd name="T35" fmla="*/ 781 h 910"/>
                <a:gd name="T36" fmla="*/ 227 w 474"/>
                <a:gd name="T37" fmla="*/ 781 h 910"/>
                <a:gd name="T38" fmla="*/ 271 w 474"/>
                <a:gd name="T39" fmla="*/ 771 h 910"/>
                <a:gd name="T40" fmla="*/ 300 w 474"/>
                <a:gd name="T41" fmla="*/ 744 h 910"/>
                <a:gd name="T42" fmla="*/ 326 w 474"/>
                <a:gd name="T43" fmla="*/ 643 h 910"/>
                <a:gd name="T44" fmla="*/ 331 w 474"/>
                <a:gd name="T45" fmla="*/ 454 h 910"/>
                <a:gd name="T46" fmla="*/ 326 w 474"/>
                <a:gd name="T47" fmla="*/ 266 h 910"/>
                <a:gd name="T48" fmla="*/ 300 w 474"/>
                <a:gd name="T49" fmla="*/ 166 h 910"/>
                <a:gd name="T50" fmla="*/ 271 w 474"/>
                <a:gd name="T51" fmla="*/ 139 h 910"/>
                <a:gd name="T52" fmla="*/ 227 w 474"/>
                <a:gd name="T53" fmla="*/ 129 h 910"/>
                <a:gd name="T54" fmla="*/ 143 w 474"/>
                <a:gd name="T55" fmla="*/ 129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74" h="910">
                  <a:moveTo>
                    <a:pt x="231" y="0"/>
                  </a:moveTo>
                  <a:cubicBezTo>
                    <a:pt x="275" y="0"/>
                    <a:pt x="310" y="7"/>
                    <a:pt x="338" y="21"/>
                  </a:cubicBezTo>
                  <a:cubicBezTo>
                    <a:pt x="366" y="36"/>
                    <a:pt x="389" y="54"/>
                    <a:pt x="408" y="75"/>
                  </a:cubicBezTo>
                  <a:cubicBezTo>
                    <a:pt x="423" y="92"/>
                    <a:pt x="435" y="111"/>
                    <a:pt x="444" y="133"/>
                  </a:cubicBezTo>
                  <a:cubicBezTo>
                    <a:pt x="453" y="155"/>
                    <a:pt x="460" y="181"/>
                    <a:pt x="464" y="211"/>
                  </a:cubicBezTo>
                  <a:cubicBezTo>
                    <a:pt x="468" y="242"/>
                    <a:pt x="471" y="277"/>
                    <a:pt x="472" y="316"/>
                  </a:cubicBezTo>
                  <a:cubicBezTo>
                    <a:pt x="474" y="356"/>
                    <a:pt x="474" y="402"/>
                    <a:pt x="474" y="454"/>
                  </a:cubicBezTo>
                  <a:cubicBezTo>
                    <a:pt x="474" y="507"/>
                    <a:pt x="474" y="553"/>
                    <a:pt x="472" y="592"/>
                  </a:cubicBezTo>
                  <a:cubicBezTo>
                    <a:pt x="471" y="632"/>
                    <a:pt x="468" y="667"/>
                    <a:pt x="464" y="697"/>
                  </a:cubicBezTo>
                  <a:cubicBezTo>
                    <a:pt x="460" y="728"/>
                    <a:pt x="453" y="754"/>
                    <a:pt x="444" y="776"/>
                  </a:cubicBezTo>
                  <a:cubicBezTo>
                    <a:pt x="435" y="798"/>
                    <a:pt x="423" y="818"/>
                    <a:pt x="408" y="835"/>
                  </a:cubicBezTo>
                  <a:cubicBezTo>
                    <a:pt x="389" y="856"/>
                    <a:pt x="366" y="874"/>
                    <a:pt x="338" y="889"/>
                  </a:cubicBezTo>
                  <a:cubicBezTo>
                    <a:pt x="310" y="903"/>
                    <a:pt x="275" y="910"/>
                    <a:pt x="231" y="910"/>
                  </a:cubicBezTo>
                  <a:cubicBezTo>
                    <a:pt x="0" y="910"/>
                    <a:pt x="0" y="910"/>
                    <a:pt x="0" y="91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31" y="0"/>
                  </a:lnTo>
                  <a:close/>
                  <a:moveTo>
                    <a:pt x="143" y="129"/>
                  </a:moveTo>
                  <a:cubicBezTo>
                    <a:pt x="143" y="781"/>
                    <a:pt x="143" y="781"/>
                    <a:pt x="143" y="781"/>
                  </a:cubicBezTo>
                  <a:cubicBezTo>
                    <a:pt x="227" y="781"/>
                    <a:pt x="227" y="781"/>
                    <a:pt x="227" y="781"/>
                  </a:cubicBezTo>
                  <a:cubicBezTo>
                    <a:pt x="244" y="781"/>
                    <a:pt x="259" y="778"/>
                    <a:pt x="271" y="771"/>
                  </a:cubicBezTo>
                  <a:cubicBezTo>
                    <a:pt x="284" y="764"/>
                    <a:pt x="293" y="755"/>
                    <a:pt x="300" y="744"/>
                  </a:cubicBezTo>
                  <a:cubicBezTo>
                    <a:pt x="315" y="723"/>
                    <a:pt x="323" y="689"/>
                    <a:pt x="326" y="643"/>
                  </a:cubicBezTo>
                  <a:cubicBezTo>
                    <a:pt x="329" y="597"/>
                    <a:pt x="331" y="534"/>
                    <a:pt x="331" y="454"/>
                  </a:cubicBezTo>
                  <a:cubicBezTo>
                    <a:pt x="331" y="374"/>
                    <a:pt x="329" y="311"/>
                    <a:pt x="326" y="266"/>
                  </a:cubicBezTo>
                  <a:cubicBezTo>
                    <a:pt x="323" y="220"/>
                    <a:pt x="315" y="187"/>
                    <a:pt x="300" y="166"/>
                  </a:cubicBezTo>
                  <a:cubicBezTo>
                    <a:pt x="293" y="155"/>
                    <a:pt x="284" y="146"/>
                    <a:pt x="271" y="139"/>
                  </a:cubicBezTo>
                  <a:cubicBezTo>
                    <a:pt x="259" y="132"/>
                    <a:pt x="244" y="129"/>
                    <a:pt x="227" y="129"/>
                  </a:cubicBezTo>
                  <a:lnTo>
                    <a:pt x="143" y="1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19" name="Freeform 9"/>
            <p:cNvSpPr>
              <a:spLocks/>
            </p:cNvSpPr>
            <p:nvPr userDrawn="1"/>
          </p:nvSpPr>
          <p:spPr bwMode="auto">
            <a:xfrm>
              <a:off x="4600" y="3704"/>
              <a:ext cx="59" cy="140"/>
            </a:xfrm>
            <a:custGeom>
              <a:avLst/>
              <a:gdLst>
                <a:gd name="T0" fmla="*/ 59 w 59"/>
                <a:gd name="T1" fmla="*/ 20 h 140"/>
                <a:gd name="T2" fmla="*/ 22 w 59"/>
                <a:gd name="T3" fmla="*/ 20 h 140"/>
                <a:gd name="T4" fmla="*/ 22 w 59"/>
                <a:gd name="T5" fmla="*/ 59 h 140"/>
                <a:gd name="T6" fmla="*/ 54 w 59"/>
                <a:gd name="T7" fmla="*/ 59 h 140"/>
                <a:gd name="T8" fmla="*/ 54 w 59"/>
                <a:gd name="T9" fmla="*/ 79 h 140"/>
                <a:gd name="T10" fmla="*/ 22 w 59"/>
                <a:gd name="T11" fmla="*/ 79 h 140"/>
                <a:gd name="T12" fmla="*/ 22 w 59"/>
                <a:gd name="T13" fmla="*/ 120 h 140"/>
                <a:gd name="T14" fmla="*/ 59 w 59"/>
                <a:gd name="T15" fmla="*/ 120 h 140"/>
                <a:gd name="T16" fmla="*/ 59 w 59"/>
                <a:gd name="T17" fmla="*/ 140 h 140"/>
                <a:gd name="T18" fmla="*/ 0 w 59"/>
                <a:gd name="T19" fmla="*/ 140 h 140"/>
                <a:gd name="T20" fmla="*/ 0 w 59"/>
                <a:gd name="T21" fmla="*/ 0 h 140"/>
                <a:gd name="T22" fmla="*/ 59 w 59"/>
                <a:gd name="T23" fmla="*/ 0 h 140"/>
                <a:gd name="T24" fmla="*/ 59 w 59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140">
                  <a:moveTo>
                    <a:pt x="59" y="20"/>
                  </a:moveTo>
                  <a:lnTo>
                    <a:pt x="22" y="20"/>
                  </a:lnTo>
                  <a:lnTo>
                    <a:pt x="22" y="59"/>
                  </a:lnTo>
                  <a:lnTo>
                    <a:pt x="54" y="59"/>
                  </a:lnTo>
                  <a:lnTo>
                    <a:pt x="54" y="79"/>
                  </a:lnTo>
                  <a:lnTo>
                    <a:pt x="22" y="79"/>
                  </a:lnTo>
                  <a:lnTo>
                    <a:pt x="22" y="120"/>
                  </a:lnTo>
                  <a:lnTo>
                    <a:pt x="59" y="120"/>
                  </a:lnTo>
                  <a:lnTo>
                    <a:pt x="59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0" name="Freeform 10"/>
            <p:cNvSpPr>
              <a:spLocks/>
            </p:cNvSpPr>
            <p:nvPr userDrawn="1"/>
          </p:nvSpPr>
          <p:spPr bwMode="auto">
            <a:xfrm>
              <a:off x="4693" y="3703"/>
              <a:ext cx="73" cy="143"/>
            </a:xfrm>
            <a:custGeom>
              <a:avLst/>
              <a:gdLst>
                <a:gd name="T0" fmla="*/ 238 w 472"/>
                <a:gd name="T1" fmla="*/ 0 h 927"/>
                <a:gd name="T2" fmla="*/ 401 w 472"/>
                <a:gd name="T3" fmla="*/ 55 h 927"/>
                <a:gd name="T4" fmla="*/ 451 w 472"/>
                <a:gd name="T5" fmla="*/ 139 h 927"/>
                <a:gd name="T6" fmla="*/ 465 w 472"/>
                <a:gd name="T7" fmla="*/ 253 h 927"/>
                <a:gd name="T8" fmla="*/ 322 w 472"/>
                <a:gd name="T9" fmla="*/ 253 h 927"/>
                <a:gd name="T10" fmla="*/ 318 w 472"/>
                <a:gd name="T11" fmla="*/ 198 h 927"/>
                <a:gd name="T12" fmla="*/ 300 w 472"/>
                <a:gd name="T13" fmla="*/ 156 h 927"/>
                <a:gd name="T14" fmla="*/ 236 w 472"/>
                <a:gd name="T15" fmla="*/ 129 h 927"/>
                <a:gd name="T16" fmla="*/ 200 w 472"/>
                <a:gd name="T17" fmla="*/ 136 h 927"/>
                <a:gd name="T18" fmla="*/ 175 w 472"/>
                <a:gd name="T19" fmla="*/ 155 h 927"/>
                <a:gd name="T20" fmla="*/ 151 w 472"/>
                <a:gd name="T21" fmla="*/ 244 h 927"/>
                <a:gd name="T22" fmla="*/ 153 w 472"/>
                <a:gd name="T23" fmla="*/ 292 h 927"/>
                <a:gd name="T24" fmla="*/ 164 w 472"/>
                <a:gd name="T25" fmla="*/ 324 h 927"/>
                <a:gd name="T26" fmla="*/ 187 w 472"/>
                <a:gd name="T27" fmla="*/ 348 h 927"/>
                <a:gd name="T28" fmla="*/ 226 w 472"/>
                <a:gd name="T29" fmla="*/ 367 h 927"/>
                <a:gd name="T30" fmla="*/ 334 w 472"/>
                <a:gd name="T31" fmla="*/ 411 h 927"/>
                <a:gd name="T32" fmla="*/ 401 w 472"/>
                <a:gd name="T33" fmla="*/ 448 h 927"/>
                <a:gd name="T34" fmla="*/ 444 w 472"/>
                <a:gd name="T35" fmla="*/ 498 h 927"/>
                <a:gd name="T36" fmla="*/ 465 w 472"/>
                <a:gd name="T37" fmla="*/ 568 h 927"/>
                <a:gd name="T38" fmla="*/ 472 w 472"/>
                <a:gd name="T39" fmla="*/ 666 h 927"/>
                <a:gd name="T40" fmla="*/ 460 w 472"/>
                <a:gd name="T41" fmla="*/ 785 h 927"/>
                <a:gd name="T42" fmla="*/ 413 w 472"/>
                <a:gd name="T43" fmla="*/ 867 h 927"/>
                <a:gd name="T44" fmla="*/ 341 w 472"/>
                <a:gd name="T45" fmla="*/ 911 h 927"/>
                <a:gd name="T46" fmla="*/ 235 w 472"/>
                <a:gd name="T47" fmla="*/ 927 h 927"/>
                <a:gd name="T48" fmla="*/ 59 w 472"/>
                <a:gd name="T49" fmla="*/ 867 h 927"/>
                <a:gd name="T50" fmla="*/ 13 w 472"/>
                <a:gd name="T51" fmla="*/ 789 h 927"/>
                <a:gd name="T52" fmla="*/ 0 w 472"/>
                <a:gd name="T53" fmla="*/ 671 h 927"/>
                <a:gd name="T54" fmla="*/ 143 w 472"/>
                <a:gd name="T55" fmla="*/ 671 h 927"/>
                <a:gd name="T56" fmla="*/ 148 w 472"/>
                <a:gd name="T57" fmla="*/ 732 h 927"/>
                <a:gd name="T58" fmla="*/ 169 w 472"/>
                <a:gd name="T59" fmla="*/ 774 h 927"/>
                <a:gd name="T60" fmla="*/ 195 w 472"/>
                <a:gd name="T61" fmla="*/ 791 h 927"/>
                <a:gd name="T62" fmla="*/ 235 w 472"/>
                <a:gd name="T63" fmla="*/ 798 h 927"/>
                <a:gd name="T64" fmla="*/ 304 w 472"/>
                <a:gd name="T65" fmla="*/ 773 h 927"/>
                <a:gd name="T66" fmla="*/ 323 w 472"/>
                <a:gd name="T67" fmla="*/ 732 h 927"/>
                <a:gd name="T68" fmla="*/ 329 w 472"/>
                <a:gd name="T69" fmla="*/ 671 h 927"/>
                <a:gd name="T70" fmla="*/ 325 w 472"/>
                <a:gd name="T71" fmla="*/ 611 h 927"/>
                <a:gd name="T72" fmla="*/ 313 w 472"/>
                <a:gd name="T73" fmla="*/ 571 h 927"/>
                <a:gd name="T74" fmla="*/ 286 w 472"/>
                <a:gd name="T75" fmla="*/ 544 h 927"/>
                <a:gd name="T76" fmla="*/ 243 w 472"/>
                <a:gd name="T77" fmla="*/ 522 h 927"/>
                <a:gd name="T78" fmla="*/ 134 w 472"/>
                <a:gd name="T79" fmla="*/ 477 h 927"/>
                <a:gd name="T80" fmla="*/ 75 w 472"/>
                <a:gd name="T81" fmla="*/ 445 h 927"/>
                <a:gd name="T82" fmla="*/ 36 w 472"/>
                <a:gd name="T83" fmla="*/ 401 h 927"/>
                <a:gd name="T84" fmla="*/ 14 w 472"/>
                <a:gd name="T85" fmla="*/ 338 h 927"/>
                <a:gd name="T86" fmla="*/ 7 w 472"/>
                <a:gd name="T87" fmla="*/ 248 h 927"/>
                <a:gd name="T88" fmla="*/ 26 w 472"/>
                <a:gd name="T89" fmla="*/ 137 h 927"/>
                <a:gd name="T90" fmla="*/ 82 w 472"/>
                <a:gd name="T91" fmla="*/ 55 h 927"/>
                <a:gd name="T92" fmla="*/ 150 w 472"/>
                <a:gd name="T93" fmla="*/ 15 h 927"/>
                <a:gd name="T94" fmla="*/ 238 w 472"/>
                <a:gd name="T95" fmla="*/ 0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2" h="927">
                  <a:moveTo>
                    <a:pt x="238" y="0"/>
                  </a:moveTo>
                  <a:cubicBezTo>
                    <a:pt x="308" y="0"/>
                    <a:pt x="363" y="18"/>
                    <a:pt x="401" y="55"/>
                  </a:cubicBezTo>
                  <a:cubicBezTo>
                    <a:pt x="425" y="78"/>
                    <a:pt x="442" y="106"/>
                    <a:pt x="451" y="139"/>
                  </a:cubicBezTo>
                  <a:cubicBezTo>
                    <a:pt x="461" y="172"/>
                    <a:pt x="465" y="210"/>
                    <a:pt x="465" y="253"/>
                  </a:cubicBezTo>
                  <a:cubicBezTo>
                    <a:pt x="322" y="253"/>
                    <a:pt x="322" y="253"/>
                    <a:pt x="322" y="253"/>
                  </a:cubicBezTo>
                  <a:cubicBezTo>
                    <a:pt x="322" y="233"/>
                    <a:pt x="321" y="214"/>
                    <a:pt x="318" y="198"/>
                  </a:cubicBezTo>
                  <a:cubicBezTo>
                    <a:pt x="316" y="182"/>
                    <a:pt x="310" y="168"/>
                    <a:pt x="300" y="156"/>
                  </a:cubicBezTo>
                  <a:cubicBezTo>
                    <a:pt x="287" y="138"/>
                    <a:pt x="265" y="129"/>
                    <a:pt x="236" y="129"/>
                  </a:cubicBezTo>
                  <a:cubicBezTo>
                    <a:pt x="222" y="129"/>
                    <a:pt x="210" y="131"/>
                    <a:pt x="200" y="136"/>
                  </a:cubicBezTo>
                  <a:cubicBezTo>
                    <a:pt x="190" y="141"/>
                    <a:pt x="182" y="147"/>
                    <a:pt x="175" y="155"/>
                  </a:cubicBezTo>
                  <a:cubicBezTo>
                    <a:pt x="159" y="173"/>
                    <a:pt x="151" y="203"/>
                    <a:pt x="151" y="244"/>
                  </a:cubicBezTo>
                  <a:cubicBezTo>
                    <a:pt x="151" y="263"/>
                    <a:pt x="152" y="279"/>
                    <a:pt x="153" y="292"/>
                  </a:cubicBezTo>
                  <a:cubicBezTo>
                    <a:pt x="155" y="304"/>
                    <a:pt x="159" y="315"/>
                    <a:pt x="164" y="324"/>
                  </a:cubicBezTo>
                  <a:cubicBezTo>
                    <a:pt x="170" y="333"/>
                    <a:pt x="177" y="341"/>
                    <a:pt x="187" y="348"/>
                  </a:cubicBezTo>
                  <a:cubicBezTo>
                    <a:pt x="197" y="355"/>
                    <a:pt x="210" y="361"/>
                    <a:pt x="226" y="367"/>
                  </a:cubicBezTo>
                  <a:cubicBezTo>
                    <a:pt x="334" y="411"/>
                    <a:pt x="334" y="411"/>
                    <a:pt x="334" y="411"/>
                  </a:cubicBezTo>
                  <a:cubicBezTo>
                    <a:pt x="361" y="422"/>
                    <a:pt x="384" y="434"/>
                    <a:pt x="401" y="448"/>
                  </a:cubicBezTo>
                  <a:cubicBezTo>
                    <a:pt x="419" y="461"/>
                    <a:pt x="433" y="478"/>
                    <a:pt x="444" y="498"/>
                  </a:cubicBezTo>
                  <a:cubicBezTo>
                    <a:pt x="454" y="517"/>
                    <a:pt x="461" y="541"/>
                    <a:pt x="465" y="568"/>
                  </a:cubicBezTo>
                  <a:cubicBezTo>
                    <a:pt x="470" y="595"/>
                    <a:pt x="472" y="628"/>
                    <a:pt x="472" y="666"/>
                  </a:cubicBezTo>
                  <a:cubicBezTo>
                    <a:pt x="472" y="713"/>
                    <a:pt x="468" y="753"/>
                    <a:pt x="460" y="785"/>
                  </a:cubicBezTo>
                  <a:cubicBezTo>
                    <a:pt x="452" y="818"/>
                    <a:pt x="436" y="845"/>
                    <a:pt x="413" y="867"/>
                  </a:cubicBezTo>
                  <a:cubicBezTo>
                    <a:pt x="394" y="885"/>
                    <a:pt x="370" y="900"/>
                    <a:pt x="341" y="911"/>
                  </a:cubicBezTo>
                  <a:cubicBezTo>
                    <a:pt x="311" y="922"/>
                    <a:pt x="276" y="927"/>
                    <a:pt x="235" y="927"/>
                  </a:cubicBezTo>
                  <a:cubicBezTo>
                    <a:pt x="158" y="927"/>
                    <a:pt x="99" y="907"/>
                    <a:pt x="59" y="867"/>
                  </a:cubicBezTo>
                  <a:cubicBezTo>
                    <a:pt x="36" y="845"/>
                    <a:pt x="21" y="819"/>
                    <a:pt x="13" y="789"/>
                  </a:cubicBezTo>
                  <a:cubicBezTo>
                    <a:pt x="4" y="759"/>
                    <a:pt x="0" y="720"/>
                    <a:pt x="0" y="671"/>
                  </a:cubicBezTo>
                  <a:cubicBezTo>
                    <a:pt x="143" y="671"/>
                    <a:pt x="143" y="671"/>
                    <a:pt x="143" y="671"/>
                  </a:cubicBezTo>
                  <a:cubicBezTo>
                    <a:pt x="143" y="696"/>
                    <a:pt x="145" y="716"/>
                    <a:pt x="148" y="732"/>
                  </a:cubicBezTo>
                  <a:cubicBezTo>
                    <a:pt x="152" y="748"/>
                    <a:pt x="158" y="762"/>
                    <a:pt x="169" y="774"/>
                  </a:cubicBezTo>
                  <a:cubicBezTo>
                    <a:pt x="175" y="781"/>
                    <a:pt x="184" y="786"/>
                    <a:pt x="195" y="791"/>
                  </a:cubicBezTo>
                  <a:cubicBezTo>
                    <a:pt x="206" y="796"/>
                    <a:pt x="219" y="798"/>
                    <a:pt x="235" y="798"/>
                  </a:cubicBezTo>
                  <a:cubicBezTo>
                    <a:pt x="267" y="798"/>
                    <a:pt x="290" y="790"/>
                    <a:pt x="304" y="773"/>
                  </a:cubicBezTo>
                  <a:cubicBezTo>
                    <a:pt x="314" y="761"/>
                    <a:pt x="320" y="748"/>
                    <a:pt x="323" y="732"/>
                  </a:cubicBezTo>
                  <a:cubicBezTo>
                    <a:pt x="327" y="716"/>
                    <a:pt x="329" y="696"/>
                    <a:pt x="329" y="671"/>
                  </a:cubicBezTo>
                  <a:cubicBezTo>
                    <a:pt x="329" y="648"/>
                    <a:pt x="327" y="628"/>
                    <a:pt x="325" y="611"/>
                  </a:cubicBezTo>
                  <a:cubicBezTo>
                    <a:pt x="323" y="595"/>
                    <a:pt x="319" y="582"/>
                    <a:pt x="313" y="571"/>
                  </a:cubicBezTo>
                  <a:cubicBezTo>
                    <a:pt x="306" y="560"/>
                    <a:pt x="297" y="551"/>
                    <a:pt x="286" y="544"/>
                  </a:cubicBezTo>
                  <a:cubicBezTo>
                    <a:pt x="275" y="536"/>
                    <a:pt x="261" y="529"/>
                    <a:pt x="243" y="522"/>
                  </a:cubicBezTo>
                  <a:cubicBezTo>
                    <a:pt x="134" y="477"/>
                    <a:pt x="134" y="477"/>
                    <a:pt x="134" y="477"/>
                  </a:cubicBezTo>
                  <a:cubicBezTo>
                    <a:pt x="111" y="468"/>
                    <a:pt x="91" y="457"/>
                    <a:pt x="75" y="445"/>
                  </a:cubicBezTo>
                  <a:cubicBezTo>
                    <a:pt x="59" y="433"/>
                    <a:pt x="46" y="418"/>
                    <a:pt x="36" y="401"/>
                  </a:cubicBezTo>
                  <a:cubicBezTo>
                    <a:pt x="26" y="383"/>
                    <a:pt x="19" y="362"/>
                    <a:pt x="14" y="338"/>
                  </a:cubicBezTo>
                  <a:cubicBezTo>
                    <a:pt x="10" y="313"/>
                    <a:pt x="7" y="283"/>
                    <a:pt x="7" y="248"/>
                  </a:cubicBezTo>
                  <a:cubicBezTo>
                    <a:pt x="7" y="207"/>
                    <a:pt x="14" y="170"/>
                    <a:pt x="26" y="137"/>
                  </a:cubicBezTo>
                  <a:cubicBezTo>
                    <a:pt x="38" y="105"/>
                    <a:pt x="57" y="77"/>
                    <a:pt x="82" y="55"/>
                  </a:cubicBezTo>
                  <a:cubicBezTo>
                    <a:pt x="101" y="38"/>
                    <a:pt x="124" y="24"/>
                    <a:pt x="150" y="15"/>
                  </a:cubicBezTo>
                  <a:cubicBezTo>
                    <a:pt x="176" y="5"/>
                    <a:pt x="205" y="0"/>
                    <a:pt x="2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4805" y="3704"/>
              <a:ext cx="59" cy="140"/>
            </a:xfrm>
            <a:custGeom>
              <a:avLst/>
              <a:gdLst>
                <a:gd name="T0" fmla="*/ 59 w 59"/>
                <a:gd name="T1" fmla="*/ 20 h 140"/>
                <a:gd name="T2" fmla="*/ 22 w 59"/>
                <a:gd name="T3" fmla="*/ 20 h 140"/>
                <a:gd name="T4" fmla="*/ 22 w 59"/>
                <a:gd name="T5" fmla="*/ 59 h 140"/>
                <a:gd name="T6" fmla="*/ 54 w 59"/>
                <a:gd name="T7" fmla="*/ 59 h 140"/>
                <a:gd name="T8" fmla="*/ 54 w 59"/>
                <a:gd name="T9" fmla="*/ 79 h 140"/>
                <a:gd name="T10" fmla="*/ 22 w 59"/>
                <a:gd name="T11" fmla="*/ 79 h 140"/>
                <a:gd name="T12" fmla="*/ 22 w 59"/>
                <a:gd name="T13" fmla="*/ 120 h 140"/>
                <a:gd name="T14" fmla="*/ 59 w 59"/>
                <a:gd name="T15" fmla="*/ 120 h 140"/>
                <a:gd name="T16" fmla="*/ 59 w 59"/>
                <a:gd name="T17" fmla="*/ 140 h 140"/>
                <a:gd name="T18" fmla="*/ 0 w 59"/>
                <a:gd name="T19" fmla="*/ 140 h 140"/>
                <a:gd name="T20" fmla="*/ 0 w 59"/>
                <a:gd name="T21" fmla="*/ 0 h 140"/>
                <a:gd name="T22" fmla="*/ 59 w 59"/>
                <a:gd name="T23" fmla="*/ 0 h 140"/>
                <a:gd name="T24" fmla="*/ 59 w 59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140">
                  <a:moveTo>
                    <a:pt x="59" y="20"/>
                  </a:moveTo>
                  <a:lnTo>
                    <a:pt x="22" y="20"/>
                  </a:lnTo>
                  <a:lnTo>
                    <a:pt x="22" y="59"/>
                  </a:lnTo>
                  <a:lnTo>
                    <a:pt x="54" y="59"/>
                  </a:lnTo>
                  <a:lnTo>
                    <a:pt x="54" y="79"/>
                  </a:lnTo>
                  <a:lnTo>
                    <a:pt x="22" y="79"/>
                  </a:lnTo>
                  <a:lnTo>
                    <a:pt x="22" y="120"/>
                  </a:lnTo>
                  <a:lnTo>
                    <a:pt x="59" y="120"/>
                  </a:lnTo>
                  <a:lnTo>
                    <a:pt x="59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2" name="Freeform 12"/>
            <p:cNvSpPr>
              <a:spLocks noEditPoints="1"/>
            </p:cNvSpPr>
            <p:nvPr userDrawn="1"/>
          </p:nvSpPr>
          <p:spPr bwMode="auto">
            <a:xfrm>
              <a:off x="4903" y="3704"/>
              <a:ext cx="76" cy="140"/>
            </a:xfrm>
            <a:custGeom>
              <a:avLst/>
              <a:gdLst>
                <a:gd name="T0" fmla="*/ 230 w 492"/>
                <a:gd name="T1" fmla="*/ 0 h 910"/>
                <a:gd name="T2" fmla="*/ 409 w 492"/>
                <a:gd name="T3" fmla="*/ 63 h 910"/>
                <a:gd name="T4" fmla="*/ 463 w 492"/>
                <a:gd name="T5" fmla="*/ 268 h 910"/>
                <a:gd name="T6" fmla="*/ 441 w 492"/>
                <a:gd name="T7" fmla="*/ 413 h 910"/>
                <a:gd name="T8" fmla="*/ 357 w 492"/>
                <a:gd name="T9" fmla="*/ 506 h 910"/>
                <a:gd name="T10" fmla="*/ 492 w 492"/>
                <a:gd name="T11" fmla="*/ 910 h 910"/>
                <a:gd name="T12" fmla="*/ 342 w 492"/>
                <a:gd name="T13" fmla="*/ 910 h 910"/>
                <a:gd name="T14" fmla="*/ 223 w 492"/>
                <a:gd name="T15" fmla="*/ 537 h 910"/>
                <a:gd name="T16" fmla="*/ 143 w 492"/>
                <a:gd name="T17" fmla="*/ 537 h 910"/>
                <a:gd name="T18" fmla="*/ 143 w 492"/>
                <a:gd name="T19" fmla="*/ 910 h 910"/>
                <a:gd name="T20" fmla="*/ 0 w 492"/>
                <a:gd name="T21" fmla="*/ 910 h 910"/>
                <a:gd name="T22" fmla="*/ 0 w 492"/>
                <a:gd name="T23" fmla="*/ 0 h 910"/>
                <a:gd name="T24" fmla="*/ 230 w 492"/>
                <a:gd name="T25" fmla="*/ 0 h 910"/>
                <a:gd name="T26" fmla="*/ 143 w 492"/>
                <a:gd name="T27" fmla="*/ 129 h 910"/>
                <a:gd name="T28" fmla="*/ 143 w 492"/>
                <a:gd name="T29" fmla="*/ 408 h 910"/>
                <a:gd name="T30" fmla="*/ 231 w 492"/>
                <a:gd name="T31" fmla="*/ 408 h 910"/>
                <a:gd name="T32" fmla="*/ 277 w 492"/>
                <a:gd name="T33" fmla="*/ 397 h 910"/>
                <a:gd name="T34" fmla="*/ 304 w 492"/>
                <a:gd name="T35" fmla="*/ 367 h 910"/>
                <a:gd name="T36" fmla="*/ 316 w 492"/>
                <a:gd name="T37" fmla="*/ 322 h 910"/>
                <a:gd name="T38" fmla="*/ 319 w 492"/>
                <a:gd name="T39" fmla="*/ 268 h 910"/>
                <a:gd name="T40" fmla="*/ 316 w 492"/>
                <a:gd name="T41" fmla="*/ 214 h 910"/>
                <a:gd name="T42" fmla="*/ 304 w 492"/>
                <a:gd name="T43" fmla="*/ 170 h 910"/>
                <a:gd name="T44" fmla="*/ 277 w 492"/>
                <a:gd name="T45" fmla="*/ 140 h 910"/>
                <a:gd name="T46" fmla="*/ 231 w 492"/>
                <a:gd name="T47" fmla="*/ 129 h 910"/>
                <a:gd name="T48" fmla="*/ 143 w 492"/>
                <a:gd name="T49" fmla="*/ 129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2" h="910">
                  <a:moveTo>
                    <a:pt x="230" y="0"/>
                  </a:moveTo>
                  <a:cubicBezTo>
                    <a:pt x="313" y="0"/>
                    <a:pt x="373" y="21"/>
                    <a:pt x="409" y="63"/>
                  </a:cubicBezTo>
                  <a:cubicBezTo>
                    <a:pt x="445" y="105"/>
                    <a:pt x="463" y="174"/>
                    <a:pt x="463" y="268"/>
                  </a:cubicBezTo>
                  <a:cubicBezTo>
                    <a:pt x="463" y="324"/>
                    <a:pt x="455" y="373"/>
                    <a:pt x="441" y="413"/>
                  </a:cubicBezTo>
                  <a:cubicBezTo>
                    <a:pt x="426" y="453"/>
                    <a:pt x="398" y="484"/>
                    <a:pt x="357" y="506"/>
                  </a:cubicBezTo>
                  <a:cubicBezTo>
                    <a:pt x="492" y="910"/>
                    <a:pt x="492" y="910"/>
                    <a:pt x="492" y="910"/>
                  </a:cubicBezTo>
                  <a:cubicBezTo>
                    <a:pt x="342" y="910"/>
                    <a:pt x="342" y="910"/>
                    <a:pt x="342" y="910"/>
                  </a:cubicBezTo>
                  <a:cubicBezTo>
                    <a:pt x="223" y="537"/>
                    <a:pt x="223" y="537"/>
                    <a:pt x="223" y="537"/>
                  </a:cubicBezTo>
                  <a:cubicBezTo>
                    <a:pt x="143" y="537"/>
                    <a:pt x="143" y="537"/>
                    <a:pt x="143" y="537"/>
                  </a:cubicBezTo>
                  <a:cubicBezTo>
                    <a:pt x="143" y="910"/>
                    <a:pt x="143" y="910"/>
                    <a:pt x="143" y="910"/>
                  </a:cubicBezTo>
                  <a:cubicBezTo>
                    <a:pt x="0" y="910"/>
                    <a:pt x="0" y="910"/>
                    <a:pt x="0" y="91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30" y="0"/>
                  </a:lnTo>
                  <a:close/>
                  <a:moveTo>
                    <a:pt x="143" y="129"/>
                  </a:moveTo>
                  <a:cubicBezTo>
                    <a:pt x="143" y="408"/>
                    <a:pt x="143" y="408"/>
                    <a:pt x="143" y="408"/>
                  </a:cubicBezTo>
                  <a:cubicBezTo>
                    <a:pt x="231" y="408"/>
                    <a:pt x="231" y="408"/>
                    <a:pt x="231" y="408"/>
                  </a:cubicBezTo>
                  <a:cubicBezTo>
                    <a:pt x="250" y="408"/>
                    <a:pt x="265" y="404"/>
                    <a:pt x="277" y="397"/>
                  </a:cubicBezTo>
                  <a:cubicBezTo>
                    <a:pt x="289" y="390"/>
                    <a:pt x="298" y="379"/>
                    <a:pt x="304" y="367"/>
                  </a:cubicBezTo>
                  <a:cubicBezTo>
                    <a:pt x="310" y="354"/>
                    <a:pt x="314" y="339"/>
                    <a:pt x="316" y="322"/>
                  </a:cubicBezTo>
                  <a:cubicBezTo>
                    <a:pt x="318" y="305"/>
                    <a:pt x="319" y="287"/>
                    <a:pt x="319" y="268"/>
                  </a:cubicBezTo>
                  <a:cubicBezTo>
                    <a:pt x="319" y="249"/>
                    <a:pt x="318" y="232"/>
                    <a:pt x="316" y="214"/>
                  </a:cubicBezTo>
                  <a:cubicBezTo>
                    <a:pt x="314" y="197"/>
                    <a:pt x="310" y="182"/>
                    <a:pt x="304" y="170"/>
                  </a:cubicBezTo>
                  <a:cubicBezTo>
                    <a:pt x="298" y="157"/>
                    <a:pt x="289" y="147"/>
                    <a:pt x="277" y="140"/>
                  </a:cubicBezTo>
                  <a:cubicBezTo>
                    <a:pt x="265" y="132"/>
                    <a:pt x="250" y="129"/>
                    <a:pt x="231" y="129"/>
                  </a:cubicBezTo>
                  <a:lnTo>
                    <a:pt x="143" y="1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5005" y="3704"/>
              <a:ext cx="84" cy="140"/>
            </a:xfrm>
            <a:custGeom>
              <a:avLst/>
              <a:gdLst>
                <a:gd name="T0" fmla="*/ 25 w 84"/>
                <a:gd name="T1" fmla="*/ 0 h 140"/>
                <a:gd name="T2" fmla="*/ 42 w 84"/>
                <a:gd name="T3" fmla="*/ 106 h 140"/>
                <a:gd name="T4" fmla="*/ 60 w 84"/>
                <a:gd name="T5" fmla="*/ 0 h 140"/>
                <a:gd name="T6" fmla="*/ 84 w 84"/>
                <a:gd name="T7" fmla="*/ 0 h 140"/>
                <a:gd name="T8" fmla="*/ 54 w 84"/>
                <a:gd name="T9" fmla="*/ 140 h 140"/>
                <a:gd name="T10" fmla="*/ 30 w 84"/>
                <a:gd name="T11" fmla="*/ 140 h 140"/>
                <a:gd name="T12" fmla="*/ 0 w 84"/>
                <a:gd name="T13" fmla="*/ 0 h 140"/>
                <a:gd name="T14" fmla="*/ 25 w 84"/>
                <a:gd name="T1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40">
                  <a:moveTo>
                    <a:pt x="25" y="0"/>
                  </a:moveTo>
                  <a:lnTo>
                    <a:pt x="42" y="106"/>
                  </a:lnTo>
                  <a:lnTo>
                    <a:pt x="60" y="0"/>
                  </a:lnTo>
                  <a:lnTo>
                    <a:pt x="84" y="0"/>
                  </a:lnTo>
                  <a:lnTo>
                    <a:pt x="54" y="140"/>
                  </a:lnTo>
                  <a:lnTo>
                    <a:pt x="30" y="140"/>
                  </a:lnTo>
                  <a:lnTo>
                    <a:pt x="0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121" y="3704"/>
              <a:ext cx="59" cy="140"/>
            </a:xfrm>
            <a:custGeom>
              <a:avLst/>
              <a:gdLst>
                <a:gd name="T0" fmla="*/ 59 w 59"/>
                <a:gd name="T1" fmla="*/ 20 h 140"/>
                <a:gd name="T2" fmla="*/ 22 w 59"/>
                <a:gd name="T3" fmla="*/ 20 h 140"/>
                <a:gd name="T4" fmla="*/ 22 w 59"/>
                <a:gd name="T5" fmla="*/ 59 h 140"/>
                <a:gd name="T6" fmla="*/ 54 w 59"/>
                <a:gd name="T7" fmla="*/ 59 h 140"/>
                <a:gd name="T8" fmla="*/ 54 w 59"/>
                <a:gd name="T9" fmla="*/ 79 h 140"/>
                <a:gd name="T10" fmla="*/ 22 w 59"/>
                <a:gd name="T11" fmla="*/ 79 h 140"/>
                <a:gd name="T12" fmla="*/ 22 w 59"/>
                <a:gd name="T13" fmla="*/ 120 h 140"/>
                <a:gd name="T14" fmla="*/ 59 w 59"/>
                <a:gd name="T15" fmla="*/ 120 h 140"/>
                <a:gd name="T16" fmla="*/ 59 w 59"/>
                <a:gd name="T17" fmla="*/ 140 h 140"/>
                <a:gd name="T18" fmla="*/ 0 w 59"/>
                <a:gd name="T19" fmla="*/ 140 h 140"/>
                <a:gd name="T20" fmla="*/ 0 w 59"/>
                <a:gd name="T21" fmla="*/ 0 h 140"/>
                <a:gd name="T22" fmla="*/ 59 w 59"/>
                <a:gd name="T23" fmla="*/ 0 h 140"/>
                <a:gd name="T24" fmla="*/ 59 w 59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140">
                  <a:moveTo>
                    <a:pt x="59" y="20"/>
                  </a:moveTo>
                  <a:lnTo>
                    <a:pt x="22" y="20"/>
                  </a:lnTo>
                  <a:lnTo>
                    <a:pt x="22" y="59"/>
                  </a:lnTo>
                  <a:lnTo>
                    <a:pt x="54" y="59"/>
                  </a:lnTo>
                  <a:lnTo>
                    <a:pt x="54" y="79"/>
                  </a:lnTo>
                  <a:lnTo>
                    <a:pt x="22" y="79"/>
                  </a:lnTo>
                  <a:lnTo>
                    <a:pt x="22" y="120"/>
                  </a:lnTo>
                  <a:lnTo>
                    <a:pt x="59" y="120"/>
                  </a:lnTo>
                  <a:lnTo>
                    <a:pt x="59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5267" y="3704"/>
              <a:ext cx="69" cy="140"/>
            </a:xfrm>
            <a:custGeom>
              <a:avLst/>
              <a:gdLst>
                <a:gd name="T0" fmla="*/ 69 w 69"/>
                <a:gd name="T1" fmla="*/ 20 h 140"/>
                <a:gd name="T2" fmla="*/ 45 w 69"/>
                <a:gd name="T3" fmla="*/ 20 h 140"/>
                <a:gd name="T4" fmla="*/ 45 w 69"/>
                <a:gd name="T5" fmla="*/ 140 h 140"/>
                <a:gd name="T6" fmla="*/ 23 w 69"/>
                <a:gd name="T7" fmla="*/ 140 h 140"/>
                <a:gd name="T8" fmla="*/ 23 w 69"/>
                <a:gd name="T9" fmla="*/ 20 h 140"/>
                <a:gd name="T10" fmla="*/ 0 w 69"/>
                <a:gd name="T11" fmla="*/ 20 h 140"/>
                <a:gd name="T12" fmla="*/ 0 w 69"/>
                <a:gd name="T13" fmla="*/ 0 h 140"/>
                <a:gd name="T14" fmla="*/ 69 w 69"/>
                <a:gd name="T15" fmla="*/ 0 h 140"/>
                <a:gd name="T16" fmla="*/ 69 w 69"/>
                <a:gd name="T17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40">
                  <a:moveTo>
                    <a:pt x="69" y="20"/>
                  </a:moveTo>
                  <a:lnTo>
                    <a:pt x="45" y="20"/>
                  </a:lnTo>
                  <a:lnTo>
                    <a:pt x="45" y="140"/>
                  </a:lnTo>
                  <a:lnTo>
                    <a:pt x="23" y="140"/>
                  </a:lnTo>
                  <a:lnTo>
                    <a:pt x="23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5372" y="3704"/>
              <a:ext cx="72" cy="140"/>
            </a:xfrm>
            <a:custGeom>
              <a:avLst/>
              <a:gdLst>
                <a:gd name="T0" fmla="*/ 72 w 72"/>
                <a:gd name="T1" fmla="*/ 140 h 140"/>
                <a:gd name="T2" fmla="*/ 49 w 72"/>
                <a:gd name="T3" fmla="*/ 140 h 140"/>
                <a:gd name="T4" fmla="*/ 49 w 72"/>
                <a:gd name="T5" fmla="*/ 79 h 140"/>
                <a:gd name="T6" fmla="*/ 22 w 72"/>
                <a:gd name="T7" fmla="*/ 79 h 140"/>
                <a:gd name="T8" fmla="*/ 22 w 72"/>
                <a:gd name="T9" fmla="*/ 140 h 140"/>
                <a:gd name="T10" fmla="*/ 0 w 72"/>
                <a:gd name="T11" fmla="*/ 140 h 140"/>
                <a:gd name="T12" fmla="*/ 0 w 72"/>
                <a:gd name="T13" fmla="*/ 0 h 140"/>
                <a:gd name="T14" fmla="*/ 22 w 72"/>
                <a:gd name="T15" fmla="*/ 0 h 140"/>
                <a:gd name="T16" fmla="*/ 22 w 72"/>
                <a:gd name="T17" fmla="*/ 59 h 140"/>
                <a:gd name="T18" fmla="*/ 49 w 72"/>
                <a:gd name="T19" fmla="*/ 59 h 140"/>
                <a:gd name="T20" fmla="*/ 49 w 72"/>
                <a:gd name="T21" fmla="*/ 0 h 140"/>
                <a:gd name="T22" fmla="*/ 72 w 72"/>
                <a:gd name="T23" fmla="*/ 0 h 140"/>
                <a:gd name="T24" fmla="*/ 72 w 72"/>
                <a:gd name="T25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2" h="140">
                  <a:moveTo>
                    <a:pt x="72" y="140"/>
                  </a:moveTo>
                  <a:lnTo>
                    <a:pt x="49" y="140"/>
                  </a:lnTo>
                  <a:lnTo>
                    <a:pt x="49" y="79"/>
                  </a:lnTo>
                  <a:lnTo>
                    <a:pt x="22" y="79"/>
                  </a:lnTo>
                  <a:lnTo>
                    <a:pt x="22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59"/>
                  </a:lnTo>
                  <a:lnTo>
                    <a:pt x="49" y="59"/>
                  </a:lnTo>
                  <a:lnTo>
                    <a:pt x="49" y="0"/>
                  </a:lnTo>
                  <a:lnTo>
                    <a:pt x="72" y="0"/>
                  </a:lnTo>
                  <a:lnTo>
                    <a:pt x="72" y="1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5487" y="3704"/>
              <a:ext cx="59" cy="140"/>
            </a:xfrm>
            <a:custGeom>
              <a:avLst/>
              <a:gdLst>
                <a:gd name="T0" fmla="*/ 59 w 59"/>
                <a:gd name="T1" fmla="*/ 20 h 140"/>
                <a:gd name="T2" fmla="*/ 22 w 59"/>
                <a:gd name="T3" fmla="*/ 20 h 140"/>
                <a:gd name="T4" fmla="*/ 22 w 59"/>
                <a:gd name="T5" fmla="*/ 59 h 140"/>
                <a:gd name="T6" fmla="*/ 54 w 59"/>
                <a:gd name="T7" fmla="*/ 59 h 140"/>
                <a:gd name="T8" fmla="*/ 54 w 59"/>
                <a:gd name="T9" fmla="*/ 79 h 140"/>
                <a:gd name="T10" fmla="*/ 22 w 59"/>
                <a:gd name="T11" fmla="*/ 79 h 140"/>
                <a:gd name="T12" fmla="*/ 22 w 59"/>
                <a:gd name="T13" fmla="*/ 120 h 140"/>
                <a:gd name="T14" fmla="*/ 59 w 59"/>
                <a:gd name="T15" fmla="*/ 120 h 140"/>
                <a:gd name="T16" fmla="*/ 59 w 59"/>
                <a:gd name="T17" fmla="*/ 140 h 140"/>
                <a:gd name="T18" fmla="*/ 0 w 59"/>
                <a:gd name="T19" fmla="*/ 140 h 140"/>
                <a:gd name="T20" fmla="*/ 0 w 59"/>
                <a:gd name="T21" fmla="*/ 0 h 140"/>
                <a:gd name="T22" fmla="*/ 59 w 59"/>
                <a:gd name="T23" fmla="*/ 0 h 140"/>
                <a:gd name="T24" fmla="*/ 59 w 59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140">
                  <a:moveTo>
                    <a:pt x="59" y="20"/>
                  </a:moveTo>
                  <a:lnTo>
                    <a:pt x="22" y="20"/>
                  </a:lnTo>
                  <a:lnTo>
                    <a:pt x="22" y="59"/>
                  </a:lnTo>
                  <a:lnTo>
                    <a:pt x="54" y="59"/>
                  </a:lnTo>
                  <a:lnTo>
                    <a:pt x="54" y="79"/>
                  </a:lnTo>
                  <a:lnTo>
                    <a:pt x="22" y="79"/>
                  </a:lnTo>
                  <a:lnTo>
                    <a:pt x="22" y="120"/>
                  </a:lnTo>
                  <a:lnTo>
                    <a:pt x="59" y="120"/>
                  </a:lnTo>
                  <a:lnTo>
                    <a:pt x="59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8" name="Freeform 18"/>
            <p:cNvSpPr>
              <a:spLocks noEditPoints="1"/>
            </p:cNvSpPr>
            <p:nvPr userDrawn="1"/>
          </p:nvSpPr>
          <p:spPr bwMode="auto">
            <a:xfrm>
              <a:off x="5640" y="3704"/>
              <a:ext cx="72" cy="140"/>
            </a:xfrm>
            <a:custGeom>
              <a:avLst/>
              <a:gdLst>
                <a:gd name="T0" fmla="*/ 227 w 464"/>
                <a:gd name="T1" fmla="*/ 0 h 910"/>
                <a:gd name="T2" fmla="*/ 333 w 464"/>
                <a:gd name="T3" fmla="*/ 13 h 910"/>
                <a:gd name="T4" fmla="*/ 404 w 464"/>
                <a:gd name="T5" fmla="*/ 56 h 910"/>
                <a:gd name="T6" fmla="*/ 449 w 464"/>
                <a:gd name="T7" fmla="*/ 128 h 910"/>
                <a:gd name="T8" fmla="*/ 461 w 464"/>
                <a:gd name="T9" fmla="*/ 243 h 910"/>
                <a:gd name="T10" fmla="*/ 451 w 464"/>
                <a:gd name="T11" fmla="*/ 330 h 910"/>
                <a:gd name="T12" fmla="*/ 409 w 464"/>
                <a:gd name="T13" fmla="*/ 401 h 910"/>
                <a:gd name="T14" fmla="*/ 387 w 464"/>
                <a:gd name="T15" fmla="*/ 419 h 910"/>
                <a:gd name="T16" fmla="*/ 362 w 464"/>
                <a:gd name="T17" fmla="*/ 433 h 910"/>
                <a:gd name="T18" fmla="*/ 411 w 464"/>
                <a:gd name="T19" fmla="*/ 466 h 910"/>
                <a:gd name="T20" fmla="*/ 454 w 464"/>
                <a:gd name="T21" fmla="*/ 543 h 910"/>
                <a:gd name="T22" fmla="*/ 464 w 464"/>
                <a:gd name="T23" fmla="*/ 649 h 910"/>
                <a:gd name="T24" fmla="*/ 451 w 464"/>
                <a:gd name="T25" fmla="*/ 775 h 910"/>
                <a:gd name="T26" fmla="*/ 405 w 464"/>
                <a:gd name="T27" fmla="*/ 853 h 910"/>
                <a:gd name="T28" fmla="*/ 333 w 464"/>
                <a:gd name="T29" fmla="*/ 896 h 910"/>
                <a:gd name="T30" fmla="*/ 226 w 464"/>
                <a:gd name="T31" fmla="*/ 910 h 910"/>
                <a:gd name="T32" fmla="*/ 0 w 464"/>
                <a:gd name="T33" fmla="*/ 910 h 910"/>
                <a:gd name="T34" fmla="*/ 0 w 464"/>
                <a:gd name="T35" fmla="*/ 0 h 910"/>
                <a:gd name="T36" fmla="*/ 227 w 464"/>
                <a:gd name="T37" fmla="*/ 0 h 910"/>
                <a:gd name="T38" fmla="*/ 143 w 464"/>
                <a:gd name="T39" fmla="*/ 129 h 910"/>
                <a:gd name="T40" fmla="*/ 143 w 464"/>
                <a:gd name="T41" fmla="*/ 376 h 910"/>
                <a:gd name="T42" fmla="*/ 214 w 464"/>
                <a:gd name="T43" fmla="*/ 376 h 910"/>
                <a:gd name="T44" fmla="*/ 294 w 464"/>
                <a:gd name="T45" fmla="*/ 346 h 910"/>
                <a:gd name="T46" fmla="*/ 318 w 464"/>
                <a:gd name="T47" fmla="*/ 252 h 910"/>
                <a:gd name="T48" fmla="*/ 294 w 464"/>
                <a:gd name="T49" fmla="*/ 156 h 910"/>
                <a:gd name="T50" fmla="*/ 214 w 464"/>
                <a:gd name="T51" fmla="*/ 129 h 910"/>
                <a:gd name="T52" fmla="*/ 143 w 464"/>
                <a:gd name="T53" fmla="*/ 129 h 910"/>
                <a:gd name="T54" fmla="*/ 143 w 464"/>
                <a:gd name="T55" fmla="*/ 497 h 910"/>
                <a:gd name="T56" fmla="*/ 143 w 464"/>
                <a:gd name="T57" fmla="*/ 781 h 910"/>
                <a:gd name="T58" fmla="*/ 212 w 464"/>
                <a:gd name="T59" fmla="*/ 781 h 910"/>
                <a:gd name="T60" fmla="*/ 295 w 464"/>
                <a:gd name="T61" fmla="*/ 750 h 910"/>
                <a:gd name="T62" fmla="*/ 321 w 464"/>
                <a:gd name="T63" fmla="*/ 639 h 910"/>
                <a:gd name="T64" fmla="*/ 295 w 464"/>
                <a:gd name="T65" fmla="*/ 530 h 910"/>
                <a:gd name="T66" fmla="*/ 212 w 464"/>
                <a:gd name="T67" fmla="*/ 497 h 910"/>
                <a:gd name="T68" fmla="*/ 143 w 464"/>
                <a:gd name="T69" fmla="*/ 497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64" h="910">
                  <a:moveTo>
                    <a:pt x="227" y="0"/>
                  </a:moveTo>
                  <a:cubicBezTo>
                    <a:pt x="270" y="0"/>
                    <a:pt x="305" y="4"/>
                    <a:pt x="333" y="13"/>
                  </a:cubicBezTo>
                  <a:cubicBezTo>
                    <a:pt x="362" y="22"/>
                    <a:pt x="385" y="36"/>
                    <a:pt x="404" y="56"/>
                  </a:cubicBezTo>
                  <a:cubicBezTo>
                    <a:pt x="425" y="77"/>
                    <a:pt x="440" y="101"/>
                    <a:pt x="449" y="128"/>
                  </a:cubicBezTo>
                  <a:cubicBezTo>
                    <a:pt x="457" y="155"/>
                    <a:pt x="461" y="193"/>
                    <a:pt x="461" y="243"/>
                  </a:cubicBezTo>
                  <a:cubicBezTo>
                    <a:pt x="461" y="275"/>
                    <a:pt x="458" y="304"/>
                    <a:pt x="451" y="330"/>
                  </a:cubicBezTo>
                  <a:cubicBezTo>
                    <a:pt x="444" y="355"/>
                    <a:pt x="430" y="379"/>
                    <a:pt x="409" y="401"/>
                  </a:cubicBezTo>
                  <a:cubicBezTo>
                    <a:pt x="402" y="408"/>
                    <a:pt x="395" y="414"/>
                    <a:pt x="387" y="419"/>
                  </a:cubicBezTo>
                  <a:cubicBezTo>
                    <a:pt x="380" y="424"/>
                    <a:pt x="371" y="429"/>
                    <a:pt x="362" y="433"/>
                  </a:cubicBezTo>
                  <a:cubicBezTo>
                    <a:pt x="382" y="443"/>
                    <a:pt x="399" y="454"/>
                    <a:pt x="411" y="466"/>
                  </a:cubicBezTo>
                  <a:cubicBezTo>
                    <a:pt x="433" y="489"/>
                    <a:pt x="447" y="514"/>
                    <a:pt x="454" y="543"/>
                  </a:cubicBezTo>
                  <a:cubicBezTo>
                    <a:pt x="461" y="571"/>
                    <a:pt x="464" y="607"/>
                    <a:pt x="464" y="649"/>
                  </a:cubicBezTo>
                  <a:cubicBezTo>
                    <a:pt x="464" y="703"/>
                    <a:pt x="460" y="745"/>
                    <a:pt x="451" y="775"/>
                  </a:cubicBezTo>
                  <a:cubicBezTo>
                    <a:pt x="443" y="805"/>
                    <a:pt x="427" y="831"/>
                    <a:pt x="405" y="853"/>
                  </a:cubicBezTo>
                  <a:cubicBezTo>
                    <a:pt x="385" y="872"/>
                    <a:pt x="362" y="887"/>
                    <a:pt x="333" y="896"/>
                  </a:cubicBezTo>
                  <a:cubicBezTo>
                    <a:pt x="305" y="906"/>
                    <a:pt x="269" y="910"/>
                    <a:pt x="226" y="910"/>
                  </a:cubicBezTo>
                  <a:cubicBezTo>
                    <a:pt x="0" y="910"/>
                    <a:pt x="0" y="910"/>
                    <a:pt x="0" y="91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27" y="0"/>
                  </a:lnTo>
                  <a:close/>
                  <a:moveTo>
                    <a:pt x="143" y="129"/>
                  </a:moveTo>
                  <a:cubicBezTo>
                    <a:pt x="143" y="376"/>
                    <a:pt x="143" y="376"/>
                    <a:pt x="143" y="376"/>
                  </a:cubicBezTo>
                  <a:cubicBezTo>
                    <a:pt x="214" y="376"/>
                    <a:pt x="214" y="376"/>
                    <a:pt x="214" y="376"/>
                  </a:cubicBezTo>
                  <a:cubicBezTo>
                    <a:pt x="252" y="376"/>
                    <a:pt x="279" y="366"/>
                    <a:pt x="294" y="346"/>
                  </a:cubicBezTo>
                  <a:cubicBezTo>
                    <a:pt x="310" y="327"/>
                    <a:pt x="318" y="295"/>
                    <a:pt x="318" y="252"/>
                  </a:cubicBezTo>
                  <a:cubicBezTo>
                    <a:pt x="318" y="206"/>
                    <a:pt x="310" y="175"/>
                    <a:pt x="294" y="156"/>
                  </a:cubicBezTo>
                  <a:cubicBezTo>
                    <a:pt x="279" y="138"/>
                    <a:pt x="252" y="129"/>
                    <a:pt x="214" y="129"/>
                  </a:cubicBezTo>
                  <a:lnTo>
                    <a:pt x="143" y="129"/>
                  </a:lnTo>
                  <a:close/>
                  <a:moveTo>
                    <a:pt x="143" y="497"/>
                  </a:moveTo>
                  <a:cubicBezTo>
                    <a:pt x="143" y="781"/>
                    <a:pt x="143" y="781"/>
                    <a:pt x="143" y="781"/>
                  </a:cubicBezTo>
                  <a:cubicBezTo>
                    <a:pt x="212" y="781"/>
                    <a:pt x="212" y="781"/>
                    <a:pt x="212" y="781"/>
                  </a:cubicBezTo>
                  <a:cubicBezTo>
                    <a:pt x="250" y="781"/>
                    <a:pt x="278" y="771"/>
                    <a:pt x="295" y="750"/>
                  </a:cubicBezTo>
                  <a:cubicBezTo>
                    <a:pt x="312" y="729"/>
                    <a:pt x="321" y="692"/>
                    <a:pt x="321" y="639"/>
                  </a:cubicBezTo>
                  <a:cubicBezTo>
                    <a:pt x="321" y="588"/>
                    <a:pt x="312" y="552"/>
                    <a:pt x="295" y="530"/>
                  </a:cubicBezTo>
                  <a:cubicBezTo>
                    <a:pt x="278" y="508"/>
                    <a:pt x="250" y="497"/>
                    <a:pt x="212" y="497"/>
                  </a:cubicBezTo>
                  <a:lnTo>
                    <a:pt x="143" y="4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29" name="Freeform 19"/>
            <p:cNvSpPr>
              <a:spLocks/>
            </p:cNvSpPr>
            <p:nvPr userDrawn="1"/>
          </p:nvSpPr>
          <p:spPr bwMode="auto">
            <a:xfrm>
              <a:off x="5753" y="3704"/>
              <a:ext cx="60" cy="140"/>
            </a:xfrm>
            <a:custGeom>
              <a:avLst/>
              <a:gdLst>
                <a:gd name="T0" fmla="*/ 60 w 60"/>
                <a:gd name="T1" fmla="*/ 20 h 140"/>
                <a:gd name="T2" fmla="*/ 23 w 60"/>
                <a:gd name="T3" fmla="*/ 20 h 140"/>
                <a:gd name="T4" fmla="*/ 23 w 60"/>
                <a:gd name="T5" fmla="*/ 59 h 140"/>
                <a:gd name="T6" fmla="*/ 55 w 60"/>
                <a:gd name="T7" fmla="*/ 59 h 140"/>
                <a:gd name="T8" fmla="*/ 55 w 60"/>
                <a:gd name="T9" fmla="*/ 79 h 140"/>
                <a:gd name="T10" fmla="*/ 23 w 60"/>
                <a:gd name="T11" fmla="*/ 79 h 140"/>
                <a:gd name="T12" fmla="*/ 23 w 60"/>
                <a:gd name="T13" fmla="*/ 120 h 140"/>
                <a:gd name="T14" fmla="*/ 60 w 60"/>
                <a:gd name="T15" fmla="*/ 120 h 140"/>
                <a:gd name="T16" fmla="*/ 60 w 60"/>
                <a:gd name="T17" fmla="*/ 140 h 140"/>
                <a:gd name="T18" fmla="*/ 0 w 60"/>
                <a:gd name="T19" fmla="*/ 140 h 140"/>
                <a:gd name="T20" fmla="*/ 0 w 60"/>
                <a:gd name="T21" fmla="*/ 0 h 140"/>
                <a:gd name="T22" fmla="*/ 60 w 60"/>
                <a:gd name="T23" fmla="*/ 0 h 140"/>
                <a:gd name="T24" fmla="*/ 60 w 60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140">
                  <a:moveTo>
                    <a:pt x="60" y="20"/>
                  </a:moveTo>
                  <a:lnTo>
                    <a:pt x="23" y="20"/>
                  </a:lnTo>
                  <a:lnTo>
                    <a:pt x="23" y="59"/>
                  </a:lnTo>
                  <a:lnTo>
                    <a:pt x="55" y="59"/>
                  </a:lnTo>
                  <a:lnTo>
                    <a:pt x="55" y="79"/>
                  </a:lnTo>
                  <a:lnTo>
                    <a:pt x="23" y="79"/>
                  </a:lnTo>
                  <a:lnTo>
                    <a:pt x="23" y="120"/>
                  </a:lnTo>
                  <a:lnTo>
                    <a:pt x="60" y="120"/>
                  </a:lnTo>
                  <a:lnTo>
                    <a:pt x="60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0" name="Freeform 20"/>
            <p:cNvSpPr>
              <a:spLocks/>
            </p:cNvSpPr>
            <p:nvPr userDrawn="1"/>
          </p:nvSpPr>
          <p:spPr bwMode="auto">
            <a:xfrm>
              <a:off x="5847" y="3703"/>
              <a:ext cx="73" cy="143"/>
            </a:xfrm>
            <a:custGeom>
              <a:avLst/>
              <a:gdLst>
                <a:gd name="T0" fmla="*/ 238 w 472"/>
                <a:gd name="T1" fmla="*/ 0 h 927"/>
                <a:gd name="T2" fmla="*/ 401 w 472"/>
                <a:gd name="T3" fmla="*/ 55 h 927"/>
                <a:gd name="T4" fmla="*/ 451 w 472"/>
                <a:gd name="T5" fmla="*/ 139 h 927"/>
                <a:gd name="T6" fmla="*/ 465 w 472"/>
                <a:gd name="T7" fmla="*/ 253 h 927"/>
                <a:gd name="T8" fmla="*/ 322 w 472"/>
                <a:gd name="T9" fmla="*/ 253 h 927"/>
                <a:gd name="T10" fmla="*/ 318 w 472"/>
                <a:gd name="T11" fmla="*/ 198 h 927"/>
                <a:gd name="T12" fmla="*/ 300 w 472"/>
                <a:gd name="T13" fmla="*/ 156 h 927"/>
                <a:gd name="T14" fmla="*/ 236 w 472"/>
                <a:gd name="T15" fmla="*/ 129 h 927"/>
                <a:gd name="T16" fmla="*/ 200 w 472"/>
                <a:gd name="T17" fmla="*/ 136 h 927"/>
                <a:gd name="T18" fmla="*/ 175 w 472"/>
                <a:gd name="T19" fmla="*/ 155 h 927"/>
                <a:gd name="T20" fmla="*/ 151 w 472"/>
                <a:gd name="T21" fmla="*/ 244 h 927"/>
                <a:gd name="T22" fmla="*/ 153 w 472"/>
                <a:gd name="T23" fmla="*/ 292 h 927"/>
                <a:gd name="T24" fmla="*/ 164 w 472"/>
                <a:gd name="T25" fmla="*/ 324 h 927"/>
                <a:gd name="T26" fmla="*/ 187 w 472"/>
                <a:gd name="T27" fmla="*/ 348 h 927"/>
                <a:gd name="T28" fmla="*/ 226 w 472"/>
                <a:gd name="T29" fmla="*/ 367 h 927"/>
                <a:gd name="T30" fmla="*/ 334 w 472"/>
                <a:gd name="T31" fmla="*/ 411 h 927"/>
                <a:gd name="T32" fmla="*/ 401 w 472"/>
                <a:gd name="T33" fmla="*/ 448 h 927"/>
                <a:gd name="T34" fmla="*/ 444 w 472"/>
                <a:gd name="T35" fmla="*/ 498 h 927"/>
                <a:gd name="T36" fmla="*/ 465 w 472"/>
                <a:gd name="T37" fmla="*/ 568 h 927"/>
                <a:gd name="T38" fmla="*/ 472 w 472"/>
                <a:gd name="T39" fmla="*/ 666 h 927"/>
                <a:gd name="T40" fmla="*/ 460 w 472"/>
                <a:gd name="T41" fmla="*/ 785 h 927"/>
                <a:gd name="T42" fmla="*/ 413 w 472"/>
                <a:gd name="T43" fmla="*/ 867 h 927"/>
                <a:gd name="T44" fmla="*/ 341 w 472"/>
                <a:gd name="T45" fmla="*/ 911 h 927"/>
                <a:gd name="T46" fmla="*/ 235 w 472"/>
                <a:gd name="T47" fmla="*/ 927 h 927"/>
                <a:gd name="T48" fmla="*/ 59 w 472"/>
                <a:gd name="T49" fmla="*/ 867 h 927"/>
                <a:gd name="T50" fmla="*/ 13 w 472"/>
                <a:gd name="T51" fmla="*/ 789 h 927"/>
                <a:gd name="T52" fmla="*/ 0 w 472"/>
                <a:gd name="T53" fmla="*/ 671 h 927"/>
                <a:gd name="T54" fmla="*/ 143 w 472"/>
                <a:gd name="T55" fmla="*/ 671 h 927"/>
                <a:gd name="T56" fmla="*/ 148 w 472"/>
                <a:gd name="T57" fmla="*/ 732 h 927"/>
                <a:gd name="T58" fmla="*/ 169 w 472"/>
                <a:gd name="T59" fmla="*/ 774 h 927"/>
                <a:gd name="T60" fmla="*/ 195 w 472"/>
                <a:gd name="T61" fmla="*/ 791 h 927"/>
                <a:gd name="T62" fmla="*/ 235 w 472"/>
                <a:gd name="T63" fmla="*/ 798 h 927"/>
                <a:gd name="T64" fmla="*/ 304 w 472"/>
                <a:gd name="T65" fmla="*/ 773 h 927"/>
                <a:gd name="T66" fmla="*/ 323 w 472"/>
                <a:gd name="T67" fmla="*/ 732 h 927"/>
                <a:gd name="T68" fmla="*/ 329 w 472"/>
                <a:gd name="T69" fmla="*/ 671 h 927"/>
                <a:gd name="T70" fmla="*/ 325 w 472"/>
                <a:gd name="T71" fmla="*/ 611 h 927"/>
                <a:gd name="T72" fmla="*/ 313 w 472"/>
                <a:gd name="T73" fmla="*/ 571 h 927"/>
                <a:gd name="T74" fmla="*/ 286 w 472"/>
                <a:gd name="T75" fmla="*/ 544 h 927"/>
                <a:gd name="T76" fmla="*/ 243 w 472"/>
                <a:gd name="T77" fmla="*/ 522 h 927"/>
                <a:gd name="T78" fmla="*/ 134 w 472"/>
                <a:gd name="T79" fmla="*/ 477 h 927"/>
                <a:gd name="T80" fmla="*/ 75 w 472"/>
                <a:gd name="T81" fmla="*/ 445 h 927"/>
                <a:gd name="T82" fmla="*/ 36 w 472"/>
                <a:gd name="T83" fmla="*/ 401 h 927"/>
                <a:gd name="T84" fmla="*/ 15 w 472"/>
                <a:gd name="T85" fmla="*/ 338 h 927"/>
                <a:gd name="T86" fmla="*/ 7 w 472"/>
                <a:gd name="T87" fmla="*/ 248 h 927"/>
                <a:gd name="T88" fmla="*/ 26 w 472"/>
                <a:gd name="T89" fmla="*/ 137 h 927"/>
                <a:gd name="T90" fmla="*/ 82 w 472"/>
                <a:gd name="T91" fmla="*/ 55 h 927"/>
                <a:gd name="T92" fmla="*/ 150 w 472"/>
                <a:gd name="T93" fmla="*/ 15 h 927"/>
                <a:gd name="T94" fmla="*/ 238 w 472"/>
                <a:gd name="T95" fmla="*/ 0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2" h="927">
                  <a:moveTo>
                    <a:pt x="238" y="0"/>
                  </a:moveTo>
                  <a:cubicBezTo>
                    <a:pt x="309" y="0"/>
                    <a:pt x="363" y="18"/>
                    <a:pt x="401" y="55"/>
                  </a:cubicBezTo>
                  <a:cubicBezTo>
                    <a:pt x="425" y="78"/>
                    <a:pt x="442" y="106"/>
                    <a:pt x="451" y="139"/>
                  </a:cubicBezTo>
                  <a:cubicBezTo>
                    <a:pt x="461" y="172"/>
                    <a:pt x="465" y="210"/>
                    <a:pt x="465" y="253"/>
                  </a:cubicBezTo>
                  <a:cubicBezTo>
                    <a:pt x="322" y="253"/>
                    <a:pt x="322" y="253"/>
                    <a:pt x="322" y="253"/>
                  </a:cubicBezTo>
                  <a:cubicBezTo>
                    <a:pt x="322" y="233"/>
                    <a:pt x="321" y="214"/>
                    <a:pt x="318" y="198"/>
                  </a:cubicBezTo>
                  <a:cubicBezTo>
                    <a:pt x="316" y="182"/>
                    <a:pt x="310" y="168"/>
                    <a:pt x="300" y="156"/>
                  </a:cubicBezTo>
                  <a:cubicBezTo>
                    <a:pt x="287" y="138"/>
                    <a:pt x="265" y="129"/>
                    <a:pt x="236" y="129"/>
                  </a:cubicBezTo>
                  <a:cubicBezTo>
                    <a:pt x="222" y="129"/>
                    <a:pt x="210" y="131"/>
                    <a:pt x="200" y="136"/>
                  </a:cubicBezTo>
                  <a:cubicBezTo>
                    <a:pt x="190" y="141"/>
                    <a:pt x="182" y="147"/>
                    <a:pt x="175" y="155"/>
                  </a:cubicBezTo>
                  <a:cubicBezTo>
                    <a:pt x="159" y="173"/>
                    <a:pt x="151" y="203"/>
                    <a:pt x="151" y="244"/>
                  </a:cubicBezTo>
                  <a:cubicBezTo>
                    <a:pt x="151" y="263"/>
                    <a:pt x="152" y="279"/>
                    <a:pt x="153" y="292"/>
                  </a:cubicBezTo>
                  <a:cubicBezTo>
                    <a:pt x="155" y="304"/>
                    <a:pt x="159" y="315"/>
                    <a:pt x="164" y="324"/>
                  </a:cubicBezTo>
                  <a:cubicBezTo>
                    <a:pt x="170" y="333"/>
                    <a:pt x="177" y="341"/>
                    <a:pt x="187" y="348"/>
                  </a:cubicBezTo>
                  <a:cubicBezTo>
                    <a:pt x="197" y="355"/>
                    <a:pt x="210" y="361"/>
                    <a:pt x="226" y="367"/>
                  </a:cubicBezTo>
                  <a:cubicBezTo>
                    <a:pt x="334" y="411"/>
                    <a:pt x="334" y="411"/>
                    <a:pt x="334" y="411"/>
                  </a:cubicBezTo>
                  <a:cubicBezTo>
                    <a:pt x="361" y="422"/>
                    <a:pt x="384" y="434"/>
                    <a:pt x="401" y="448"/>
                  </a:cubicBezTo>
                  <a:cubicBezTo>
                    <a:pt x="419" y="461"/>
                    <a:pt x="433" y="478"/>
                    <a:pt x="444" y="498"/>
                  </a:cubicBezTo>
                  <a:cubicBezTo>
                    <a:pt x="454" y="517"/>
                    <a:pt x="461" y="541"/>
                    <a:pt x="465" y="568"/>
                  </a:cubicBezTo>
                  <a:cubicBezTo>
                    <a:pt x="470" y="595"/>
                    <a:pt x="472" y="628"/>
                    <a:pt x="472" y="666"/>
                  </a:cubicBezTo>
                  <a:cubicBezTo>
                    <a:pt x="472" y="713"/>
                    <a:pt x="468" y="753"/>
                    <a:pt x="460" y="785"/>
                  </a:cubicBezTo>
                  <a:cubicBezTo>
                    <a:pt x="452" y="818"/>
                    <a:pt x="436" y="845"/>
                    <a:pt x="413" y="867"/>
                  </a:cubicBezTo>
                  <a:cubicBezTo>
                    <a:pt x="394" y="885"/>
                    <a:pt x="370" y="900"/>
                    <a:pt x="341" y="911"/>
                  </a:cubicBezTo>
                  <a:cubicBezTo>
                    <a:pt x="311" y="922"/>
                    <a:pt x="276" y="927"/>
                    <a:pt x="235" y="927"/>
                  </a:cubicBezTo>
                  <a:cubicBezTo>
                    <a:pt x="158" y="927"/>
                    <a:pt x="99" y="907"/>
                    <a:pt x="59" y="867"/>
                  </a:cubicBezTo>
                  <a:cubicBezTo>
                    <a:pt x="36" y="845"/>
                    <a:pt x="21" y="819"/>
                    <a:pt x="13" y="789"/>
                  </a:cubicBezTo>
                  <a:cubicBezTo>
                    <a:pt x="4" y="759"/>
                    <a:pt x="0" y="720"/>
                    <a:pt x="0" y="671"/>
                  </a:cubicBezTo>
                  <a:cubicBezTo>
                    <a:pt x="143" y="671"/>
                    <a:pt x="143" y="671"/>
                    <a:pt x="143" y="671"/>
                  </a:cubicBezTo>
                  <a:cubicBezTo>
                    <a:pt x="143" y="696"/>
                    <a:pt x="145" y="716"/>
                    <a:pt x="148" y="732"/>
                  </a:cubicBezTo>
                  <a:cubicBezTo>
                    <a:pt x="152" y="748"/>
                    <a:pt x="158" y="762"/>
                    <a:pt x="169" y="774"/>
                  </a:cubicBezTo>
                  <a:cubicBezTo>
                    <a:pt x="175" y="781"/>
                    <a:pt x="184" y="786"/>
                    <a:pt x="195" y="791"/>
                  </a:cubicBezTo>
                  <a:cubicBezTo>
                    <a:pt x="206" y="796"/>
                    <a:pt x="219" y="798"/>
                    <a:pt x="235" y="798"/>
                  </a:cubicBezTo>
                  <a:cubicBezTo>
                    <a:pt x="267" y="798"/>
                    <a:pt x="290" y="790"/>
                    <a:pt x="304" y="773"/>
                  </a:cubicBezTo>
                  <a:cubicBezTo>
                    <a:pt x="314" y="761"/>
                    <a:pt x="320" y="748"/>
                    <a:pt x="323" y="732"/>
                  </a:cubicBezTo>
                  <a:cubicBezTo>
                    <a:pt x="327" y="716"/>
                    <a:pt x="329" y="696"/>
                    <a:pt x="329" y="671"/>
                  </a:cubicBezTo>
                  <a:cubicBezTo>
                    <a:pt x="329" y="648"/>
                    <a:pt x="327" y="628"/>
                    <a:pt x="325" y="611"/>
                  </a:cubicBezTo>
                  <a:cubicBezTo>
                    <a:pt x="323" y="595"/>
                    <a:pt x="319" y="582"/>
                    <a:pt x="313" y="571"/>
                  </a:cubicBezTo>
                  <a:cubicBezTo>
                    <a:pt x="306" y="560"/>
                    <a:pt x="297" y="551"/>
                    <a:pt x="286" y="544"/>
                  </a:cubicBezTo>
                  <a:cubicBezTo>
                    <a:pt x="275" y="536"/>
                    <a:pt x="261" y="529"/>
                    <a:pt x="243" y="522"/>
                  </a:cubicBezTo>
                  <a:cubicBezTo>
                    <a:pt x="134" y="477"/>
                    <a:pt x="134" y="477"/>
                    <a:pt x="134" y="477"/>
                  </a:cubicBezTo>
                  <a:cubicBezTo>
                    <a:pt x="111" y="468"/>
                    <a:pt x="91" y="457"/>
                    <a:pt x="75" y="445"/>
                  </a:cubicBezTo>
                  <a:cubicBezTo>
                    <a:pt x="59" y="433"/>
                    <a:pt x="46" y="418"/>
                    <a:pt x="36" y="401"/>
                  </a:cubicBezTo>
                  <a:cubicBezTo>
                    <a:pt x="26" y="383"/>
                    <a:pt x="19" y="362"/>
                    <a:pt x="15" y="338"/>
                  </a:cubicBezTo>
                  <a:cubicBezTo>
                    <a:pt x="10" y="313"/>
                    <a:pt x="7" y="283"/>
                    <a:pt x="7" y="248"/>
                  </a:cubicBezTo>
                  <a:cubicBezTo>
                    <a:pt x="7" y="207"/>
                    <a:pt x="14" y="170"/>
                    <a:pt x="26" y="137"/>
                  </a:cubicBezTo>
                  <a:cubicBezTo>
                    <a:pt x="38" y="105"/>
                    <a:pt x="57" y="77"/>
                    <a:pt x="82" y="55"/>
                  </a:cubicBezTo>
                  <a:cubicBezTo>
                    <a:pt x="101" y="38"/>
                    <a:pt x="124" y="24"/>
                    <a:pt x="150" y="15"/>
                  </a:cubicBezTo>
                  <a:cubicBezTo>
                    <a:pt x="176" y="5"/>
                    <a:pt x="205" y="0"/>
                    <a:pt x="2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1" name="Freeform 21"/>
            <p:cNvSpPr>
              <a:spLocks/>
            </p:cNvSpPr>
            <p:nvPr userDrawn="1"/>
          </p:nvSpPr>
          <p:spPr bwMode="auto">
            <a:xfrm>
              <a:off x="5950" y="3704"/>
              <a:ext cx="69" cy="140"/>
            </a:xfrm>
            <a:custGeom>
              <a:avLst/>
              <a:gdLst>
                <a:gd name="T0" fmla="*/ 69 w 69"/>
                <a:gd name="T1" fmla="*/ 20 h 140"/>
                <a:gd name="T2" fmla="*/ 46 w 69"/>
                <a:gd name="T3" fmla="*/ 20 h 140"/>
                <a:gd name="T4" fmla="*/ 46 w 69"/>
                <a:gd name="T5" fmla="*/ 140 h 140"/>
                <a:gd name="T6" fmla="*/ 24 w 69"/>
                <a:gd name="T7" fmla="*/ 140 h 140"/>
                <a:gd name="T8" fmla="*/ 24 w 69"/>
                <a:gd name="T9" fmla="*/ 20 h 140"/>
                <a:gd name="T10" fmla="*/ 0 w 69"/>
                <a:gd name="T11" fmla="*/ 20 h 140"/>
                <a:gd name="T12" fmla="*/ 0 w 69"/>
                <a:gd name="T13" fmla="*/ 0 h 140"/>
                <a:gd name="T14" fmla="*/ 69 w 69"/>
                <a:gd name="T15" fmla="*/ 0 h 140"/>
                <a:gd name="T16" fmla="*/ 69 w 69"/>
                <a:gd name="T17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40">
                  <a:moveTo>
                    <a:pt x="69" y="20"/>
                  </a:moveTo>
                  <a:lnTo>
                    <a:pt x="46" y="20"/>
                  </a:lnTo>
                  <a:lnTo>
                    <a:pt x="46" y="140"/>
                  </a:lnTo>
                  <a:lnTo>
                    <a:pt x="24" y="140"/>
                  </a:lnTo>
                  <a:lnTo>
                    <a:pt x="24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2" name="Freeform 22"/>
            <p:cNvSpPr>
              <a:spLocks/>
            </p:cNvSpPr>
            <p:nvPr userDrawn="1"/>
          </p:nvSpPr>
          <p:spPr bwMode="auto">
            <a:xfrm>
              <a:off x="6104" y="3703"/>
              <a:ext cx="73" cy="143"/>
            </a:xfrm>
            <a:custGeom>
              <a:avLst/>
              <a:gdLst>
                <a:gd name="T0" fmla="*/ 238 w 472"/>
                <a:gd name="T1" fmla="*/ 0 h 927"/>
                <a:gd name="T2" fmla="*/ 402 w 472"/>
                <a:gd name="T3" fmla="*/ 55 h 927"/>
                <a:gd name="T4" fmla="*/ 452 w 472"/>
                <a:gd name="T5" fmla="*/ 139 h 927"/>
                <a:gd name="T6" fmla="*/ 466 w 472"/>
                <a:gd name="T7" fmla="*/ 253 h 927"/>
                <a:gd name="T8" fmla="*/ 323 w 472"/>
                <a:gd name="T9" fmla="*/ 253 h 927"/>
                <a:gd name="T10" fmla="*/ 319 w 472"/>
                <a:gd name="T11" fmla="*/ 198 h 927"/>
                <a:gd name="T12" fmla="*/ 301 w 472"/>
                <a:gd name="T13" fmla="*/ 156 h 927"/>
                <a:gd name="T14" fmla="*/ 237 w 472"/>
                <a:gd name="T15" fmla="*/ 129 h 927"/>
                <a:gd name="T16" fmla="*/ 201 w 472"/>
                <a:gd name="T17" fmla="*/ 136 h 927"/>
                <a:gd name="T18" fmla="*/ 176 w 472"/>
                <a:gd name="T19" fmla="*/ 155 h 927"/>
                <a:gd name="T20" fmla="*/ 151 w 472"/>
                <a:gd name="T21" fmla="*/ 244 h 927"/>
                <a:gd name="T22" fmla="*/ 154 w 472"/>
                <a:gd name="T23" fmla="*/ 292 h 927"/>
                <a:gd name="T24" fmla="*/ 165 w 472"/>
                <a:gd name="T25" fmla="*/ 324 h 927"/>
                <a:gd name="T26" fmla="*/ 188 w 472"/>
                <a:gd name="T27" fmla="*/ 348 h 927"/>
                <a:gd name="T28" fmla="*/ 227 w 472"/>
                <a:gd name="T29" fmla="*/ 367 h 927"/>
                <a:gd name="T30" fmla="*/ 334 w 472"/>
                <a:gd name="T31" fmla="*/ 411 h 927"/>
                <a:gd name="T32" fmla="*/ 402 w 472"/>
                <a:gd name="T33" fmla="*/ 448 h 927"/>
                <a:gd name="T34" fmla="*/ 444 w 472"/>
                <a:gd name="T35" fmla="*/ 498 h 927"/>
                <a:gd name="T36" fmla="*/ 466 w 472"/>
                <a:gd name="T37" fmla="*/ 568 h 927"/>
                <a:gd name="T38" fmla="*/ 472 w 472"/>
                <a:gd name="T39" fmla="*/ 666 h 927"/>
                <a:gd name="T40" fmla="*/ 460 w 472"/>
                <a:gd name="T41" fmla="*/ 785 h 927"/>
                <a:gd name="T42" fmla="*/ 414 w 472"/>
                <a:gd name="T43" fmla="*/ 867 h 927"/>
                <a:gd name="T44" fmla="*/ 341 w 472"/>
                <a:gd name="T45" fmla="*/ 911 h 927"/>
                <a:gd name="T46" fmla="*/ 236 w 472"/>
                <a:gd name="T47" fmla="*/ 927 h 927"/>
                <a:gd name="T48" fmla="*/ 59 w 472"/>
                <a:gd name="T49" fmla="*/ 867 h 927"/>
                <a:gd name="T50" fmla="*/ 13 w 472"/>
                <a:gd name="T51" fmla="*/ 789 h 927"/>
                <a:gd name="T52" fmla="*/ 0 w 472"/>
                <a:gd name="T53" fmla="*/ 671 h 927"/>
                <a:gd name="T54" fmla="*/ 144 w 472"/>
                <a:gd name="T55" fmla="*/ 671 h 927"/>
                <a:gd name="T56" fmla="*/ 149 w 472"/>
                <a:gd name="T57" fmla="*/ 732 h 927"/>
                <a:gd name="T58" fmla="*/ 169 w 472"/>
                <a:gd name="T59" fmla="*/ 774 h 927"/>
                <a:gd name="T60" fmla="*/ 195 w 472"/>
                <a:gd name="T61" fmla="*/ 791 h 927"/>
                <a:gd name="T62" fmla="*/ 236 w 472"/>
                <a:gd name="T63" fmla="*/ 798 h 927"/>
                <a:gd name="T64" fmla="*/ 305 w 472"/>
                <a:gd name="T65" fmla="*/ 773 h 927"/>
                <a:gd name="T66" fmla="*/ 324 w 472"/>
                <a:gd name="T67" fmla="*/ 732 h 927"/>
                <a:gd name="T68" fmla="*/ 329 w 472"/>
                <a:gd name="T69" fmla="*/ 671 h 927"/>
                <a:gd name="T70" fmla="*/ 326 w 472"/>
                <a:gd name="T71" fmla="*/ 611 h 927"/>
                <a:gd name="T72" fmla="*/ 313 w 472"/>
                <a:gd name="T73" fmla="*/ 571 h 927"/>
                <a:gd name="T74" fmla="*/ 287 w 472"/>
                <a:gd name="T75" fmla="*/ 544 h 927"/>
                <a:gd name="T76" fmla="*/ 243 w 472"/>
                <a:gd name="T77" fmla="*/ 522 h 927"/>
                <a:gd name="T78" fmla="*/ 135 w 472"/>
                <a:gd name="T79" fmla="*/ 477 h 927"/>
                <a:gd name="T80" fmla="*/ 76 w 472"/>
                <a:gd name="T81" fmla="*/ 445 h 927"/>
                <a:gd name="T82" fmla="*/ 37 w 472"/>
                <a:gd name="T83" fmla="*/ 401 h 927"/>
                <a:gd name="T84" fmla="*/ 15 w 472"/>
                <a:gd name="T85" fmla="*/ 338 h 927"/>
                <a:gd name="T86" fmla="*/ 8 w 472"/>
                <a:gd name="T87" fmla="*/ 248 h 927"/>
                <a:gd name="T88" fmla="*/ 27 w 472"/>
                <a:gd name="T89" fmla="*/ 137 h 927"/>
                <a:gd name="T90" fmla="*/ 82 w 472"/>
                <a:gd name="T91" fmla="*/ 55 h 927"/>
                <a:gd name="T92" fmla="*/ 151 w 472"/>
                <a:gd name="T93" fmla="*/ 15 h 927"/>
                <a:gd name="T94" fmla="*/ 238 w 472"/>
                <a:gd name="T95" fmla="*/ 0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2" h="927">
                  <a:moveTo>
                    <a:pt x="238" y="0"/>
                  </a:moveTo>
                  <a:cubicBezTo>
                    <a:pt x="309" y="0"/>
                    <a:pt x="364" y="18"/>
                    <a:pt x="402" y="55"/>
                  </a:cubicBezTo>
                  <a:cubicBezTo>
                    <a:pt x="426" y="78"/>
                    <a:pt x="443" y="106"/>
                    <a:pt x="452" y="139"/>
                  </a:cubicBezTo>
                  <a:cubicBezTo>
                    <a:pt x="461" y="172"/>
                    <a:pt x="466" y="210"/>
                    <a:pt x="466" y="253"/>
                  </a:cubicBezTo>
                  <a:cubicBezTo>
                    <a:pt x="323" y="253"/>
                    <a:pt x="323" y="253"/>
                    <a:pt x="323" y="253"/>
                  </a:cubicBezTo>
                  <a:cubicBezTo>
                    <a:pt x="323" y="233"/>
                    <a:pt x="321" y="214"/>
                    <a:pt x="319" y="198"/>
                  </a:cubicBezTo>
                  <a:cubicBezTo>
                    <a:pt x="316" y="182"/>
                    <a:pt x="310" y="168"/>
                    <a:pt x="301" y="156"/>
                  </a:cubicBezTo>
                  <a:cubicBezTo>
                    <a:pt x="287" y="138"/>
                    <a:pt x="266" y="129"/>
                    <a:pt x="237" y="129"/>
                  </a:cubicBezTo>
                  <a:cubicBezTo>
                    <a:pt x="223" y="129"/>
                    <a:pt x="210" y="131"/>
                    <a:pt x="201" y="136"/>
                  </a:cubicBezTo>
                  <a:cubicBezTo>
                    <a:pt x="191" y="141"/>
                    <a:pt x="182" y="147"/>
                    <a:pt x="176" y="155"/>
                  </a:cubicBezTo>
                  <a:cubicBezTo>
                    <a:pt x="159" y="173"/>
                    <a:pt x="151" y="203"/>
                    <a:pt x="151" y="244"/>
                  </a:cubicBezTo>
                  <a:cubicBezTo>
                    <a:pt x="151" y="263"/>
                    <a:pt x="152" y="279"/>
                    <a:pt x="154" y="292"/>
                  </a:cubicBezTo>
                  <a:cubicBezTo>
                    <a:pt x="156" y="304"/>
                    <a:pt x="159" y="315"/>
                    <a:pt x="165" y="324"/>
                  </a:cubicBezTo>
                  <a:cubicBezTo>
                    <a:pt x="170" y="333"/>
                    <a:pt x="178" y="341"/>
                    <a:pt x="188" y="348"/>
                  </a:cubicBezTo>
                  <a:cubicBezTo>
                    <a:pt x="198" y="355"/>
                    <a:pt x="211" y="361"/>
                    <a:pt x="227" y="367"/>
                  </a:cubicBezTo>
                  <a:cubicBezTo>
                    <a:pt x="334" y="411"/>
                    <a:pt x="334" y="411"/>
                    <a:pt x="334" y="411"/>
                  </a:cubicBezTo>
                  <a:cubicBezTo>
                    <a:pt x="362" y="422"/>
                    <a:pt x="384" y="434"/>
                    <a:pt x="402" y="448"/>
                  </a:cubicBezTo>
                  <a:cubicBezTo>
                    <a:pt x="420" y="461"/>
                    <a:pt x="434" y="478"/>
                    <a:pt x="444" y="498"/>
                  </a:cubicBezTo>
                  <a:cubicBezTo>
                    <a:pt x="455" y="517"/>
                    <a:pt x="462" y="541"/>
                    <a:pt x="466" y="568"/>
                  </a:cubicBezTo>
                  <a:cubicBezTo>
                    <a:pt x="470" y="595"/>
                    <a:pt x="472" y="628"/>
                    <a:pt x="472" y="666"/>
                  </a:cubicBezTo>
                  <a:cubicBezTo>
                    <a:pt x="472" y="713"/>
                    <a:pt x="468" y="753"/>
                    <a:pt x="460" y="785"/>
                  </a:cubicBezTo>
                  <a:cubicBezTo>
                    <a:pt x="452" y="818"/>
                    <a:pt x="437" y="845"/>
                    <a:pt x="414" y="867"/>
                  </a:cubicBezTo>
                  <a:cubicBezTo>
                    <a:pt x="395" y="885"/>
                    <a:pt x="371" y="900"/>
                    <a:pt x="341" y="911"/>
                  </a:cubicBezTo>
                  <a:cubicBezTo>
                    <a:pt x="312" y="922"/>
                    <a:pt x="277" y="927"/>
                    <a:pt x="236" y="927"/>
                  </a:cubicBezTo>
                  <a:cubicBezTo>
                    <a:pt x="158" y="927"/>
                    <a:pt x="99" y="907"/>
                    <a:pt x="59" y="867"/>
                  </a:cubicBezTo>
                  <a:cubicBezTo>
                    <a:pt x="37" y="845"/>
                    <a:pt x="22" y="819"/>
                    <a:pt x="13" y="789"/>
                  </a:cubicBezTo>
                  <a:cubicBezTo>
                    <a:pt x="5" y="759"/>
                    <a:pt x="0" y="720"/>
                    <a:pt x="0" y="671"/>
                  </a:cubicBezTo>
                  <a:cubicBezTo>
                    <a:pt x="144" y="671"/>
                    <a:pt x="144" y="671"/>
                    <a:pt x="144" y="671"/>
                  </a:cubicBezTo>
                  <a:cubicBezTo>
                    <a:pt x="144" y="696"/>
                    <a:pt x="145" y="716"/>
                    <a:pt x="149" y="732"/>
                  </a:cubicBezTo>
                  <a:cubicBezTo>
                    <a:pt x="152" y="748"/>
                    <a:pt x="159" y="762"/>
                    <a:pt x="169" y="774"/>
                  </a:cubicBezTo>
                  <a:cubicBezTo>
                    <a:pt x="176" y="781"/>
                    <a:pt x="185" y="786"/>
                    <a:pt x="195" y="791"/>
                  </a:cubicBezTo>
                  <a:cubicBezTo>
                    <a:pt x="206" y="796"/>
                    <a:pt x="220" y="798"/>
                    <a:pt x="236" y="798"/>
                  </a:cubicBezTo>
                  <a:cubicBezTo>
                    <a:pt x="267" y="798"/>
                    <a:pt x="290" y="790"/>
                    <a:pt x="305" y="773"/>
                  </a:cubicBezTo>
                  <a:cubicBezTo>
                    <a:pt x="314" y="761"/>
                    <a:pt x="321" y="748"/>
                    <a:pt x="324" y="732"/>
                  </a:cubicBezTo>
                  <a:cubicBezTo>
                    <a:pt x="327" y="716"/>
                    <a:pt x="329" y="696"/>
                    <a:pt x="329" y="671"/>
                  </a:cubicBezTo>
                  <a:cubicBezTo>
                    <a:pt x="329" y="648"/>
                    <a:pt x="328" y="628"/>
                    <a:pt x="326" y="611"/>
                  </a:cubicBezTo>
                  <a:cubicBezTo>
                    <a:pt x="324" y="595"/>
                    <a:pt x="320" y="582"/>
                    <a:pt x="313" y="571"/>
                  </a:cubicBezTo>
                  <a:cubicBezTo>
                    <a:pt x="307" y="560"/>
                    <a:pt x="298" y="551"/>
                    <a:pt x="287" y="544"/>
                  </a:cubicBezTo>
                  <a:cubicBezTo>
                    <a:pt x="276" y="536"/>
                    <a:pt x="261" y="529"/>
                    <a:pt x="243" y="522"/>
                  </a:cubicBezTo>
                  <a:cubicBezTo>
                    <a:pt x="135" y="477"/>
                    <a:pt x="135" y="477"/>
                    <a:pt x="135" y="477"/>
                  </a:cubicBezTo>
                  <a:cubicBezTo>
                    <a:pt x="112" y="468"/>
                    <a:pt x="92" y="457"/>
                    <a:pt x="76" y="445"/>
                  </a:cubicBezTo>
                  <a:cubicBezTo>
                    <a:pt x="60" y="433"/>
                    <a:pt x="47" y="418"/>
                    <a:pt x="37" y="401"/>
                  </a:cubicBezTo>
                  <a:cubicBezTo>
                    <a:pt x="27" y="383"/>
                    <a:pt x="20" y="362"/>
                    <a:pt x="15" y="338"/>
                  </a:cubicBezTo>
                  <a:cubicBezTo>
                    <a:pt x="10" y="313"/>
                    <a:pt x="8" y="283"/>
                    <a:pt x="8" y="248"/>
                  </a:cubicBezTo>
                  <a:cubicBezTo>
                    <a:pt x="8" y="207"/>
                    <a:pt x="14" y="170"/>
                    <a:pt x="27" y="137"/>
                  </a:cubicBezTo>
                  <a:cubicBezTo>
                    <a:pt x="39" y="105"/>
                    <a:pt x="57" y="77"/>
                    <a:pt x="82" y="55"/>
                  </a:cubicBezTo>
                  <a:cubicBezTo>
                    <a:pt x="102" y="38"/>
                    <a:pt x="125" y="24"/>
                    <a:pt x="151" y="15"/>
                  </a:cubicBezTo>
                  <a:cubicBezTo>
                    <a:pt x="177" y="5"/>
                    <a:pt x="206" y="0"/>
                    <a:pt x="2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3" name="Freeform 23"/>
            <p:cNvSpPr>
              <a:spLocks/>
            </p:cNvSpPr>
            <p:nvPr userDrawn="1"/>
          </p:nvSpPr>
          <p:spPr bwMode="auto">
            <a:xfrm>
              <a:off x="6216" y="3704"/>
              <a:ext cx="59" cy="140"/>
            </a:xfrm>
            <a:custGeom>
              <a:avLst/>
              <a:gdLst>
                <a:gd name="T0" fmla="*/ 59 w 59"/>
                <a:gd name="T1" fmla="*/ 20 h 140"/>
                <a:gd name="T2" fmla="*/ 22 w 59"/>
                <a:gd name="T3" fmla="*/ 20 h 140"/>
                <a:gd name="T4" fmla="*/ 22 w 59"/>
                <a:gd name="T5" fmla="*/ 59 h 140"/>
                <a:gd name="T6" fmla="*/ 54 w 59"/>
                <a:gd name="T7" fmla="*/ 59 h 140"/>
                <a:gd name="T8" fmla="*/ 54 w 59"/>
                <a:gd name="T9" fmla="*/ 79 h 140"/>
                <a:gd name="T10" fmla="*/ 22 w 59"/>
                <a:gd name="T11" fmla="*/ 79 h 140"/>
                <a:gd name="T12" fmla="*/ 22 w 59"/>
                <a:gd name="T13" fmla="*/ 120 h 140"/>
                <a:gd name="T14" fmla="*/ 59 w 59"/>
                <a:gd name="T15" fmla="*/ 120 h 140"/>
                <a:gd name="T16" fmla="*/ 59 w 59"/>
                <a:gd name="T17" fmla="*/ 140 h 140"/>
                <a:gd name="T18" fmla="*/ 0 w 59"/>
                <a:gd name="T19" fmla="*/ 140 h 140"/>
                <a:gd name="T20" fmla="*/ 0 w 59"/>
                <a:gd name="T21" fmla="*/ 0 h 140"/>
                <a:gd name="T22" fmla="*/ 59 w 59"/>
                <a:gd name="T23" fmla="*/ 0 h 140"/>
                <a:gd name="T24" fmla="*/ 59 w 59"/>
                <a:gd name="T25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140">
                  <a:moveTo>
                    <a:pt x="59" y="20"/>
                  </a:moveTo>
                  <a:lnTo>
                    <a:pt x="22" y="20"/>
                  </a:lnTo>
                  <a:lnTo>
                    <a:pt x="22" y="59"/>
                  </a:lnTo>
                  <a:lnTo>
                    <a:pt x="54" y="59"/>
                  </a:lnTo>
                  <a:lnTo>
                    <a:pt x="54" y="79"/>
                  </a:lnTo>
                  <a:lnTo>
                    <a:pt x="22" y="79"/>
                  </a:lnTo>
                  <a:lnTo>
                    <a:pt x="22" y="120"/>
                  </a:lnTo>
                  <a:lnTo>
                    <a:pt x="59" y="120"/>
                  </a:lnTo>
                  <a:lnTo>
                    <a:pt x="59" y="140"/>
                  </a:lnTo>
                  <a:lnTo>
                    <a:pt x="0" y="140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6310" y="3702"/>
              <a:ext cx="74" cy="144"/>
            </a:xfrm>
            <a:custGeom>
              <a:avLst/>
              <a:gdLst>
                <a:gd name="T0" fmla="*/ 243 w 476"/>
                <a:gd name="T1" fmla="*/ 0 h 932"/>
                <a:gd name="T2" fmla="*/ 334 w 476"/>
                <a:gd name="T3" fmla="*/ 15 h 932"/>
                <a:gd name="T4" fmla="*/ 403 w 476"/>
                <a:gd name="T5" fmla="*/ 59 h 932"/>
                <a:gd name="T6" fmla="*/ 455 w 476"/>
                <a:gd name="T7" fmla="*/ 140 h 932"/>
                <a:gd name="T8" fmla="*/ 476 w 476"/>
                <a:gd name="T9" fmla="*/ 251 h 932"/>
                <a:gd name="T10" fmla="*/ 332 w 476"/>
                <a:gd name="T11" fmla="*/ 251 h 932"/>
                <a:gd name="T12" fmla="*/ 327 w 476"/>
                <a:gd name="T13" fmla="*/ 202 h 932"/>
                <a:gd name="T14" fmla="*/ 311 w 476"/>
                <a:gd name="T15" fmla="*/ 163 h 932"/>
                <a:gd name="T16" fmla="*/ 285 w 476"/>
                <a:gd name="T17" fmla="*/ 138 h 932"/>
                <a:gd name="T18" fmla="*/ 243 w 476"/>
                <a:gd name="T19" fmla="*/ 130 h 932"/>
                <a:gd name="T20" fmla="*/ 201 w 476"/>
                <a:gd name="T21" fmla="*/ 139 h 932"/>
                <a:gd name="T22" fmla="*/ 175 w 476"/>
                <a:gd name="T23" fmla="*/ 164 h 932"/>
                <a:gd name="T24" fmla="*/ 148 w 476"/>
                <a:gd name="T25" fmla="*/ 269 h 932"/>
                <a:gd name="T26" fmla="*/ 143 w 476"/>
                <a:gd name="T27" fmla="*/ 466 h 932"/>
                <a:gd name="T28" fmla="*/ 148 w 476"/>
                <a:gd name="T29" fmla="*/ 663 h 932"/>
                <a:gd name="T30" fmla="*/ 175 w 476"/>
                <a:gd name="T31" fmla="*/ 768 h 932"/>
                <a:gd name="T32" fmla="*/ 201 w 476"/>
                <a:gd name="T33" fmla="*/ 793 h 932"/>
                <a:gd name="T34" fmla="*/ 243 w 476"/>
                <a:gd name="T35" fmla="*/ 802 h 932"/>
                <a:gd name="T36" fmla="*/ 285 w 476"/>
                <a:gd name="T37" fmla="*/ 793 h 932"/>
                <a:gd name="T38" fmla="*/ 311 w 476"/>
                <a:gd name="T39" fmla="*/ 769 h 932"/>
                <a:gd name="T40" fmla="*/ 327 w 476"/>
                <a:gd name="T41" fmla="*/ 728 h 932"/>
                <a:gd name="T42" fmla="*/ 332 w 476"/>
                <a:gd name="T43" fmla="*/ 680 h 932"/>
                <a:gd name="T44" fmla="*/ 476 w 476"/>
                <a:gd name="T45" fmla="*/ 680 h 932"/>
                <a:gd name="T46" fmla="*/ 454 w 476"/>
                <a:gd name="T47" fmla="*/ 792 h 932"/>
                <a:gd name="T48" fmla="*/ 400 w 476"/>
                <a:gd name="T49" fmla="*/ 874 h 932"/>
                <a:gd name="T50" fmla="*/ 332 w 476"/>
                <a:gd name="T51" fmla="*/ 918 h 932"/>
                <a:gd name="T52" fmla="*/ 243 w 476"/>
                <a:gd name="T53" fmla="*/ 932 h 932"/>
                <a:gd name="T54" fmla="*/ 137 w 476"/>
                <a:gd name="T55" fmla="*/ 909 h 932"/>
                <a:gd name="T56" fmla="*/ 66 w 476"/>
                <a:gd name="T57" fmla="*/ 854 h 932"/>
                <a:gd name="T58" fmla="*/ 31 w 476"/>
                <a:gd name="T59" fmla="*/ 793 h 932"/>
                <a:gd name="T60" fmla="*/ 11 w 476"/>
                <a:gd name="T61" fmla="*/ 714 h 932"/>
                <a:gd name="T62" fmla="*/ 2 w 476"/>
                <a:gd name="T63" fmla="*/ 607 h 932"/>
                <a:gd name="T64" fmla="*/ 0 w 476"/>
                <a:gd name="T65" fmla="*/ 466 h 932"/>
                <a:gd name="T66" fmla="*/ 2 w 476"/>
                <a:gd name="T67" fmla="*/ 325 h 932"/>
                <a:gd name="T68" fmla="*/ 11 w 476"/>
                <a:gd name="T69" fmla="*/ 218 h 932"/>
                <a:gd name="T70" fmla="*/ 31 w 476"/>
                <a:gd name="T71" fmla="*/ 138 h 932"/>
                <a:gd name="T72" fmla="*/ 66 w 476"/>
                <a:gd name="T73" fmla="*/ 78 h 932"/>
                <a:gd name="T74" fmla="*/ 137 w 476"/>
                <a:gd name="T75" fmla="*/ 23 h 932"/>
                <a:gd name="T76" fmla="*/ 243 w 476"/>
                <a:gd name="T77" fmla="*/ 0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76" h="932">
                  <a:moveTo>
                    <a:pt x="243" y="0"/>
                  </a:moveTo>
                  <a:cubicBezTo>
                    <a:pt x="278" y="0"/>
                    <a:pt x="308" y="5"/>
                    <a:pt x="334" y="15"/>
                  </a:cubicBezTo>
                  <a:cubicBezTo>
                    <a:pt x="359" y="25"/>
                    <a:pt x="382" y="40"/>
                    <a:pt x="403" y="59"/>
                  </a:cubicBezTo>
                  <a:cubicBezTo>
                    <a:pt x="426" y="80"/>
                    <a:pt x="443" y="108"/>
                    <a:pt x="455" y="140"/>
                  </a:cubicBezTo>
                  <a:cubicBezTo>
                    <a:pt x="467" y="173"/>
                    <a:pt x="474" y="210"/>
                    <a:pt x="476" y="251"/>
                  </a:cubicBezTo>
                  <a:cubicBezTo>
                    <a:pt x="332" y="251"/>
                    <a:pt x="332" y="251"/>
                    <a:pt x="332" y="251"/>
                  </a:cubicBezTo>
                  <a:cubicBezTo>
                    <a:pt x="332" y="234"/>
                    <a:pt x="330" y="218"/>
                    <a:pt x="327" y="202"/>
                  </a:cubicBezTo>
                  <a:cubicBezTo>
                    <a:pt x="324" y="187"/>
                    <a:pt x="318" y="174"/>
                    <a:pt x="311" y="163"/>
                  </a:cubicBezTo>
                  <a:cubicBezTo>
                    <a:pt x="304" y="153"/>
                    <a:pt x="295" y="144"/>
                    <a:pt x="285" y="138"/>
                  </a:cubicBezTo>
                  <a:cubicBezTo>
                    <a:pt x="274" y="133"/>
                    <a:pt x="260" y="130"/>
                    <a:pt x="243" y="130"/>
                  </a:cubicBezTo>
                  <a:cubicBezTo>
                    <a:pt x="226" y="130"/>
                    <a:pt x="212" y="133"/>
                    <a:pt x="201" y="139"/>
                  </a:cubicBezTo>
                  <a:cubicBezTo>
                    <a:pt x="191" y="146"/>
                    <a:pt x="182" y="154"/>
                    <a:pt x="175" y="164"/>
                  </a:cubicBezTo>
                  <a:cubicBezTo>
                    <a:pt x="161" y="186"/>
                    <a:pt x="152" y="221"/>
                    <a:pt x="148" y="269"/>
                  </a:cubicBezTo>
                  <a:cubicBezTo>
                    <a:pt x="145" y="317"/>
                    <a:pt x="143" y="382"/>
                    <a:pt x="143" y="466"/>
                  </a:cubicBezTo>
                  <a:cubicBezTo>
                    <a:pt x="143" y="550"/>
                    <a:pt x="145" y="615"/>
                    <a:pt x="148" y="663"/>
                  </a:cubicBezTo>
                  <a:cubicBezTo>
                    <a:pt x="152" y="711"/>
                    <a:pt x="161" y="746"/>
                    <a:pt x="175" y="768"/>
                  </a:cubicBezTo>
                  <a:cubicBezTo>
                    <a:pt x="182" y="778"/>
                    <a:pt x="191" y="786"/>
                    <a:pt x="201" y="793"/>
                  </a:cubicBezTo>
                  <a:cubicBezTo>
                    <a:pt x="212" y="799"/>
                    <a:pt x="226" y="802"/>
                    <a:pt x="243" y="802"/>
                  </a:cubicBezTo>
                  <a:cubicBezTo>
                    <a:pt x="260" y="802"/>
                    <a:pt x="274" y="799"/>
                    <a:pt x="285" y="793"/>
                  </a:cubicBezTo>
                  <a:cubicBezTo>
                    <a:pt x="295" y="787"/>
                    <a:pt x="304" y="779"/>
                    <a:pt x="311" y="769"/>
                  </a:cubicBezTo>
                  <a:cubicBezTo>
                    <a:pt x="318" y="757"/>
                    <a:pt x="324" y="744"/>
                    <a:pt x="327" y="728"/>
                  </a:cubicBezTo>
                  <a:cubicBezTo>
                    <a:pt x="330" y="713"/>
                    <a:pt x="332" y="697"/>
                    <a:pt x="332" y="680"/>
                  </a:cubicBezTo>
                  <a:cubicBezTo>
                    <a:pt x="476" y="680"/>
                    <a:pt x="476" y="680"/>
                    <a:pt x="476" y="680"/>
                  </a:cubicBezTo>
                  <a:cubicBezTo>
                    <a:pt x="474" y="721"/>
                    <a:pt x="467" y="758"/>
                    <a:pt x="454" y="792"/>
                  </a:cubicBezTo>
                  <a:cubicBezTo>
                    <a:pt x="441" y="825"/>
                    <a:pt x="423" y="853"/>
                    <a:pt x="400" y="874"/>
                  </a:cubicBezTo>
                  <a:cubicBezTo>
                    <a:pt x="380" y="894"/>
                    <a:pt x="357" y="908"/>
                    <a:pt x="332" y="918"/>
                  </a:cubicBezTo>
                  <a:cubicBezTo>
                    <a:pt x="308" y="927"/>
                    <a:pt x="278" y="932"/>
                    <a:pt x="243" y="932"/>
                  </a:cubicBezTo>
                  <a:cubicBezTo>
                    <a:pt x="200" y="932"/>
                    <a:pt x="165" y="924"/>
                    <a:pt x="137" y="909"/>
                  </a:cubicBezTo>
                  <a:cubicBezTo>
                    <a:pt x="109" y="894"/>
                    <a:pt x="85" y="876"/>
                    <a:pt x="66" y="854"/>
                  </a:cubicBezTo>
                  <a:cubicBezTo>
                    <a:pt x="51" y="836"/>
                    <a:pt x="39" y="816"/>
                    <a:pt x="31" y="793"/>
                  </a:cubicBezTo>
                  <a:cubicBezTo>
                    <a:pt x="22" y="771"/>
                    <a:pt x="15" y="745"/>
                    <a:pt x="11" y="714"/>
                  </a:cubicBezTo>
                  <a:cubicBezTo>
                    <a:pt x="6" y="683"/>
                    <a:pt x="3" y="648"/>
                    <a:pt x="2" y="607"/>
                  </a:cubicBezTo>
                  <a:cubicBezTo>
                    <a:pt x="1" y="567"/>
                    <a:pt x="0" y="520"/>
                    <a:pt x="0" y="466"/>
                  </a:cubicBezTo>
                  <a:cubicBezTo>
                    <a:pt x="0" y="412"/>
                    <a:pt x="1" y="365"/>
                    <a:pt x="2" y="325"/>
                  </a:cubicBezTo>
                  <a:cubicBezTo>
                    <a:pt x="3" y="284"/>
                    <a:pt x="6" y="248"/>
                    <a:pt x="11" y="218"/>
                  </a:cubicBezTo>
                  <a:cubicBezTo>
                    <a:pt x="15" y="187"/>
                    <a:pt x="22" y="161"/>
                    <a:pt x="31" y="138"/>
                  </a:cubicBezTo>
                  <a:cubicBezTo>
                    <a:pt x="39" y="116"/>
                    <a:pt x="51" y="96"/>
                    <a:pt x="66" y="78"/>
                  </a:cubicBezTo>
                  <a:cubicBezTo>
                    <a:pt x="85" y="56"/>
                    <a:pt x="109" y="38"/>
                    <a:pt x="137" y="23"/>
                  </a:cubicBezTo>
                  <a:cubicBezTo>
                    <a:pt x="165" y="8"/>
                    <a:pt x="200" y="0"/>
                    <a:pt x="2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6421" y="3704"/>
              <a:ext cx="72" cy="142"/>
            </a:xfrm>
            <a:custGeom>
              <a:avLst/>
              <a:gdLst>
                <a:gd name="T0" fmla="*/ 465 w 465"/>
                <a:gd name="T1" fmla="*/ 685 h 921"/>
                <a:gd name="T2" fmla="*/ 402 w 465"/>
                <a:gd name="T3" fmla="*/ 853 h 921"/>
                <a:gd name="T4" fmla="*/ 233 w 465"/>
                <a:gd name="T5" fmla="*/ 921 h 921"/>
                <a:gd name="T6" fmla="*/ 63 w 465"/>
                <a:gd name="T7" fmla="*/ 853 h 921"/>
                <a:gd name="T8" fmla="*/ 0 w 465"/>
                <a:gd name="T9" fmla="*/ 685 h 921"/>
                <a:gd name="T10" fmla="*/ 0 w 465"/>
                <a:gd name="T11" fmla="*/ 0 h 921"/>
                <a:gd name="T12" fmla="*/ 144 w 465"/>
                <a:gd name="T13" fmla="*/ 0 h 921"/>
                <a:gd name="T14" fmla="*/ 144 w 465"/>
                <a:gd name="T15" fmla="*/ 680 h 921"/>
                <a:gd name="T16" fmla="*/ 167 w 465"/>
                <a:gd name="T17" fmla="*/ 765 h 921"/>
                <a:gd name="T18" fmla="*/ 233 w 465"/>
                <a:gd name="T19" fmla="*/ 791 h 921"/>
                <a:gd name="T20" fmla="*/ 298 w 465"/>
                <a:gd name="T21" fmla="*/ 765 h 921"/>
                <a:gd name="T22" fmla="*/ 321 w 465"/>
                <a:gd name="T23" fmla="*/ 680 h 921"/>
                <a:gd name="T24" fmla="*/ 321 w 465"/>
                <a:gd name="T25" fmla="*/ 0 h 921"/>
                <a:gd name="T26" fmla="*/ 465 w 465"/>
                <a:gd name="T27" fmla="*/ 0 h 921"/>
                <a:gd name="T28" fmla="*/ 465 w 465"/>
                <a:gd name="T29" fmla="*/ 685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65" h="921">
                  <a:moveTo>
                    <a:pt x="465" y="685"/>
                  </a:moveTo>
                  <a:cubicBezTo>
                    <a:pt x="465" y="755"/>
                    <a:pt x="444" y="811"/>
                    <a:pt x="402" y="853"/>
                  </a:cubicBezTo>
                  <a:cubicBezTo>
                    <a:pt x="358" y="898"/>
                    <a:pt x="302" y="921"/>
                    <a:pt x="233" y="921"/>
                  </a:cubicBezTo>
                  <a:cubicBezTo>
                    <a:pt x="163" y="921"/>
                    <a:pt x="106" y="898"/>
                    <a:pt x="63" y="853"/>
                  </a:cubicBezTo>
                  <a:cubicBezTo>
                    <a:pt x="21" y="811"/>
                    <a:pt x="0" y="755"/>
                    <a:pt x="0" y="6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4" y="680"/>
                    <a:pt x="144" y="680"/>
                    <a:pt x="144" y="680"/>
                  </a:cubicBezTo>
                  <a:cubicBezTo>
                    <a:pt x="144" y="718"/>
                    <a:pt x="151" y="747"/>
                    <a:pt x="167" y="765"/>
                  </a:cubicBezTo>
                  <a:cubicBezTo>
                    <a:pt x="182" y="782"/>
                    <a:pt x="204" y="791"/>
                    <a:pt x="233" y="791"/>
                  </a:cubicBezTo>
                  <a:cubicBezTo>
                    <a:pt x="261" y="791"/>
                    <a:pt x="283" y="782"/>
                    <a:pt x="298" y="765"/>
                  </a:cubicBezTo>
                  <a:cubicBezTo>
                    <a:pt x="314" y="747"/>
                    <a:pt x="321" y="718"/>
                    <a:pt x="321" y="68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465" y="0"/>
                    <a:pt x="465" y="0"/>
                    <a:pt x="465" y="0"/>
                  </a:cubicBezTo>
                  <a:lnTo>
                    <a:pt x="465" y="6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6" name="Freeform 26"/>
            <p:cNvSpPr>
              <a:spLocks noEditPoints="1"/>
            </p:cNvSpPr>
            <p:nvPr userDrawn="1"/>
          </p:nvSpPr>
          <p:spPr bwMode="auto">
            <a:xfrm>
              <a:off x="6535" y="3704"/>
              <a:ext cx="76" cy="140"/>
            </a:xfrm>
            <a:custGeom>
              <a:avLst/>
              <a:gdLst>
                <a:gd name="T0" fmla="*/ 231 w 493"/>
                <a:gd name="T1" fmla="*/ 0 h 910"/>
                <a:gd name="T2" fmla="*/ 410 w 493"/>
                <a:gd name="T3" fmla="*/ 63 h 910"/>
                <a:gd name="T4" fmla="*/ 463 w 493"/>
                <a:gd name="T5" fmla="*/ 268 h 910"/>
                <a:gd name="T6" fmla="*/ 442 w 493"/>
                <a:gd name="T7" fmla="*/ 413 h 910"/>
                <a:gd name="T8" fmla="*/ 357 w 493"/>
                <a:gd name="T9" fmla="*/ 506 h 910"/>
                <a:gd name="T10" fmla="*/ 493 w 493"/>
                <a:gd name="T11" fmla="*/ 910 h 910"/>
                <a:gd name="T12" fmla="*/ 343 w 493"/>
                <a:gd name="T13" fmla="*/ 910 h 910"/>
                <a:gd name="T14" fmla="*/ 224 w 493"/>
                <a:gd name="T15" fmla="*/ 537 h 910"/>
                <a:gd name="T16" fmla="*/ 144 w 493"/>
                <a:gd name="T17" fmla="*/ 537 h 910"/>
                <a:gd name="T18" fmla="*/ 144 w 493"/>
                <a:gd name="T19" fmla="*/ 910 h 910"/>
                <a:gd name="T20" fmla="*/ 0 w 493"/>
                <a:gd name="T21" fmla="*/ 910 h 910"/>
                <a:gd name="T22" fmla="*/ 0 w 493"/>
                <a:gd name="T23" fmla="*/ 0 h 910"/>
                <a:gd name="T24" fmla="*/ 231 w 493"/>
                <a:gd name="T25" fmla="*/ 0 h 910"/>
                <a:gd name="T26" fmla="*/ 144 w 493"/>
                <a:gd name="T27" fmla="*/ 129 h 910"/>
                <a:gd name="T28" fmla="*/ 144 w 493"/>
                <a:gd name="T29" fmla="*/ 408 h 910"/>
                <a:gd name="T30" fmla="*/ 232 w 493"/>
                <a:gd name="T31" fmla="*/ 408 h 910"/>
                <a:gd name="T32" fmla="*/ 278 w 493"/>
                <a:gd name="T33" fmla="*/ 397 h 910"/>
                <a:gd name="T34" fmla="*/ 305 w 493"/>
                <a:gd name="T35" fmla="*/ 367 h 910"/>
                <a:gd name="T36" fmla="*/ 317 w 493"/>
                <a:gd name="T37" fmla="*/ 322 h 910"/>
                <a:gd name="T38" fmla="*/ 320 w 493"/>
                <a:gd name="T39" fmla="*/ 268 h 910"/>
                <a:gd name="T40" fmla="*/ 317 w 493"/>
                <a:gd name="T41" fmla="*/ 214 h 910"/>
                <a:gd name="T42" fmla="*/ 305 w 493"/>
                <a:gd name="T43" fmla="*/ 170 h 910"/>
                <a:gd name="T44" fmla="*/ 278 w 493"/>
                <a:gd name="T45" fmla="*/ 140 h 910"/>
                <a:gd name="T46" fmla="*/ 232 w 493"/>
                <a:gd name="T47" fmla="*/ 129 h 910"/>
                <a:gd name="T48" fmla="*/ 144 w 493"/>
                <a:gd name="T49" fmla="*/ 129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3" h="910">
                  <a:moveTo>
                    <a:pt x="231" y="0"/>
                  </a:moveTo>
                  <a:cubicBezTo>
                    <a:pt x="314" y="0"/>
                    <a:pt x="374" y="21"/>
                    <a:pt x="410" y="63"/>
                  </a:cubicBezTo>
                  <a:cubicBezTo>
                    <a:pt x="446" y="105"/>
                    <a:pt x="463" y="174"/>
                    <a:pt x="463" y="268"/>
                  </a:cubicBezTo>
                  <a:cubicBezTo>
                    <a:pt x="463" y="324"/>
                    <a:pt x="456" y="373"/>
                    <a:pt x="442" y="413"/>
                  </a:cubicBezTo>
                  <a:cubicBezTo>
                    <a:pt x="427" y="453"/>
                    <a:pt x="399" y="484"/>
                    <a:pt x="357" y="506"/>
                  </a:cubicBezTo>
                  <a:cubicBezTo>
                    <a:pt x="493" y="910"/>
                    <a:pt x="493" y="910"/>
                    <a:pt x="493" y="910"/>
                  </a:cubicBezTo>
                  <a:cubicBezTo>
                    <a:pt x="343" y="910"/>
                    <a:pt x="343" y="910"/>
                    <a:pt x="343" y="910"/>
                  </a:cubicBezTo>
                  <a:cubicBezTo>
                    <a:pt x="224" y="537"/>
                    <a:pt x="224" y="537"/>
                    <a:pt x="224" y="537"/>
                  </a:cubicBezTo>
                  <a:cubicBezTo>
                    <a:pt x="144" y="537"/>
                    <a:pt x="144" y="537"/>
                    <a:pt x="144" y="537"/>
                  </a:cubicBezTo>
                  <a:cubicBezTo>
                    <a:pt x="144" y="910"/>
                    <a:pt x="144" y="910"/>
                    <a:pt x="144" y="910"/>
                  </a:cubicBezTo>
                  <a:cubicBezTo>
                    <a:pt x="0" y="910"/>
                    <a:pt x="0" y="910"/>
                    <a:pt x="0" y="91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31" y="0"/>
                  </a:lnTo>
                  <a:close/>
                  <a:moveTo>
                    <a:pt x="144" y="129"/>
                  </a:moveTo>
                  <a:cubicBezTo>
                    <a:pt x="144" y="408"/>
                    <a:pt x="144" y="408"/>
                    <a:pt x="144" y="408"/>
                  </a:cubicBezTo>
                  <a:cubicBezTo>
                    <a:pt x="232" y="408"/>
                    <a:pt x="232" y="408"/>
                    <a:pt x="232" y="408"/>
                  </a:cubicBezTo>
                  <a:cubicBezTo>
                    <a:pt x="251" y="408"/>
                    <a:pt x="266" y="404"/>
                    <a:pt x="278" y="397"/>
                  </a:cubicBezTo>
                  <a:cubicBezTo>
                    <a:pt x="290" y="390"/>
                    <a:pt x="299" y="379"/>
                    <a:pt x="305" y="367"/>
                  </a:cubicBezTo>
                  <a:cubicBezTo>
                    <a:pt x="311" y="354"/>
                    <a:pt x="315" y="339"/>
                    <a:pt x="317" y="322"/>
                  </a:cubicBezTo>
                  <a:cubicBezTo>
                    <a:pt x="319" y="305"/>
                    <a:pt x="320" y="287"/>
                    <a:pt x="320" y="268"/>
                  </a:cubicBezTo>
                  <a:cubicBezTo>
                    <a:pt x="320" y="249"/>
                    <a:pt x="319" y="232"/>
                    <a:pt x="317" y="214"/>
                  </a:cubicBezTo>
                  <a:cubicBezTo>
                    <a:pt x="315" y="197"/>
                    <a:pt x="311" y="182"/>
                    <a:pt x="305" y="170"/>
                  </a:cubicBezTo>
                  <a:cubicBezTo>
                    <a:pt x="299" y="157"/>
                    <a:pt x="290" y="147"/>
                    <a:pt x="278" y="140"/>
                  </a:cubicBezTo>
                  <a:cubicBezTo>
                    <a:pt x="266" y="132"/>
                    <a:pt x="251" y="129"/>
                    <a:pt x="232" y="129"/>
                  </a:cubicBezTo>
                  <a:lnTo>
                    <a:pt x="144" y="1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7" name="Rectangle 27"/>
            <p:cNvSpPr>
              <a:spLocks noChangeArrowheads="1"/>
            </p:cNvSpPr>
            <p:nvPr userDrawn="1"/>
          </p:nvSpPr>
          <p:spPr bwMode="auto">
            <a:xfrm>
              <a:off x="6650" y="3704"/>
              <a:ext cx="22" cy="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6708" y="3704"/>
              <a:ext cx="69" cy="140"/>
            </a:xfrm>
            <a:custGeom>
              <a:avLst/>
              <a:gdLst>
                <a:gd name="T0" fmla="*/ 69 w 69"/>
                <a:gd name="T1" fmla="*/ 20 h 140"/>
                <a:gd name="T2" fmla="*/ 45 w 69"/>
                <a:gd name="T3" fmla="*/ 20 h 140"/>
                <a:gd name="T4" fmla="*/ 45 w 69"/>
                <a:gd name="T5" fmla="*/ 140 h 140"/>
                <a:gd name="T6" fmla="*/ 23 w 69"/>
                <a:gd name="T7" fmla="*/ 140 h 140"/>
                <a:gd name="T8" fmla="*/ 23 w 69"/>
                <a:gd name="T9" fmla="*/ 20 h 140"/>
                <a:gd name="T10" fmla="*/ 0 w 69"/>
                <a:gd name="T11" fmla="*/ 20 h 140"/>
                <a:gd name="T12" fmla="*/ 0 w 69"/>
                <a:gd name="T13" fmla="*/ 0 h 140"/>
                <a:gd name="T14" fmla="*/ 69 w 69"/>
                <a:gd name="T15" fmla="*/ 0 h 140"/>
                <a:gd name="T16" fmla="*/ 69 w 69"/>
                <a:gd name="T17" fmla="*/ 2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" h="140">
                  <a:moveTo>
                    <a:pt x="69" y="20"/>
                  </a:moveTo>
                  <a:lnTo>
                    <a:pt x="45" y="20"/>
                  </a:lnTo>
                  <a:lnTo>
                    <a:pt x="45" y="140"/>
                  </a:lnTo>
                  <a:lnTo>
                    <a:pt x="23" y="140"/>
                  </a:lnTo>
                  <a:lnTo>
                    <a:pt x="23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69" y="0"/>
                  </a:lnTo>
                  <a:lnTo>
                    <a:pt x="69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  <p:sp>
          <p:nvSpPr>
            <p:cNvPr id="39" name="Freeform 29"/>
            <p:cNvSpPr>
              <a:spLocks/>
            </p:cNvSpPr>
            <p:nvPr userDrawn="1"/>
          </p:nvSpPr>
          <p:spPr bwMode="auto">
            <a:xfrm>
              <a:off x="6808" y="3704"/>
              <a:ext cx="76" cy="140"/>
            </a:xfrm>
            <a:custGeom>
              <a:avLst/>
              <a:gdLst>
                <a:gd name="T0" fmla="*/ 49 w 76"/>
                <a:gd name="T1" fmla="*/ 85 h 140"/>
                <a:gd name="T2" fmla="*/ 49 w 76"/>
                <a:gd name="T3" fmla="*/ 140 h 140"/>
                <a:gd name="T4" fmla="*/ 27 w 76"/>
                <a:gd name="T5" fmla="*/ 140 h 140"/>
                <a:gd name="T6" fmla="*/ 27 w 76"/>
                <a:gd name="T7" fmla="*/ 85 h 140"/>
                <a:gd name="T8" fmla="*/ 0 w 76"/>
                <a:gd name="T9" fmla="*/ 0 h 140"/>
                <a:gd name="T10" fmla="*/ 24 w 76"/>
                <a:gd name="T11" fmla="*/ 0 h 140"/>
                <a:gd name="T12" fmla="*/ 38 w 76"/>
                <a:gd name="T13" fmla="*/ 55 h 140"/>
                <a:gd name="T14" fmla="*/ 52 w 76"/>
                <a:gd name="T15" fmla="*/ 0 h 140"/>
                <a:gd name="T16" fmla="*/ 76 w 76"/>
                <a:gd name="T17" fmla="*/ 0 h 140"/>
                <a:gd name="T18" fmla="*/ 49 w 76"/>
                <a:gd name="T19" fmla="*/ 85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140">
                  <a:moveTo>
                    <a:pt x="49" y="85"/>
                  </a:moveTo>
                  <a:lnTo>
                    <a:pt x="49" y="140"/>
                  </a:lnTo>
                  <a:lnTo>
                    <a:pt x="27" y="140"/>
                  </a:lnTo>
                  <a:lnTo>
                    <a:pt x="27" y="85"/>
                  </a:lnTo>
                  <a:lnTo>
                    <a:pt x="0" y="0"/>
                  </a:lnTo>
                  <a:lnTo>
                    <a:pt x="24" y="0"/>
                  </a:lnTo>
                  <a:lnTo>
                    <a:pt x="38" y="55"/>
                  </a:lnTo>
                  <a:lnTo>
                    <a:pt x="52" y="0"/>
                  </a:lnTo>
                  <a:lnTo>
                    <a:pt x="76" y="0"/>
                  </a:lnTo>
                  <a:lnTo>
                    <a:pt x="49" y="8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4000"/>
            </a:p>
          </p:txBody>
        </p:sp>
      </p:grpSp>
    </p:spTree>
    <p:extLst>
      <p:ext uri="{BB962C8B-B14F-4D97-AF65-F5344CB8AC3E}">
        <p14:creationId xmlns:p14="http://schemas.microsoft.com/office/powerpoint/2010/main" val="730323034"/>
      </p:ext>
    </p:extLst>
  </p:cSld>
  <p:clrMapOvr>
    <a:masterClrMapping/>
  </p:clrMapOvr>
  <p:transition>
    <p:fade/>
  </p:transition>
  <p:hf sldNum="0"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88"/>
            <a:ext cx="12191999" cy="6856213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ction title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29848" y="2171236"/>
            <a:ext cx="8622137" cy="3027783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all" baseline="0" dirty="0" smtClean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SECTION HEADER</a:t>
            </a:r>
          </a:p>
        </p:txBody>
      </p:sp>
      <p:sp>
        <p:nvSpPr>
          <p:cNvPr id="7" name="Section number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614480" y="963869"/>
            <a:ext cx="4650870" cy="89107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3000" b="0" i="0" u="none" strike="noStrike" cap="all" dirty="0" smtClean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>
          <a:xfrm>
            <a:off x="-3157710" y="6356351"/>
            <a:ext cx="2843954" cy="365125"/>
          </a:xfrm>
        </p:spPr>
        <p:txBody>
          <a:bodyPr/>
          <a:lstStyle/>
          <a:p>
            <a:fld id="{BFD34698-4CB0-4260-A437-6B0E52C5ABA4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06290"/>
      </p:ext>
    </p:extLst>
  </p:cSld>
  <p:clrMapOvr>
    <a:masterClrMapping/>
  </p:clrMapOvr>
  <p:transition>
    <p:fade/>
  </p:transition>
  <p:hf sldNum="0"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>
          <a:xfrm>
            <a:off x="-3069348" y="6356351"/>
            <a:ext cx="2843954" cy="365125"/>
          </a:xfrm>
        </p:spPr>
        <p:txBody>
          <a:bodyPr/>
          <a:lstStyle/>
          <a:p>
            <a:fld id="{BA761656-1249-4F38-99F8-ACF2559DA4D2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-3017963" y="6356351"/>
            <a:ext cx="2843954" cy="365125"/>
          </a:xfrm>
        </p:spPr>
        <p:txBody>
          <a:bodyPr/>
          <a:lstStyle/>
          <a:p>
            <a:fld id="{C21F6912-E12D-42E4-A1B4-78CBD40CB479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31175" y="1639737"/>
            <a:ext cx="626082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9757" y="4736592"/>
            <a:ext cx="4397134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/>
          </p:nvPr>
        </p:nvSpPr>
        <p:spPr bwMode="white">
          <a:xfrm>
            <a:off x="6319949" y="2011681"/>
            <a:ext cx="4564247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994" y="460552"/>
            <a:ext cx="11096183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995" y="1639738"/>
            <a:ext cx="5075330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>
          <a:xfrm>
            <a:off x="-2946026" y="6356351"/>
            <a:ext cx="2843954" cy="365125"/>
          </a:xfrm>
        </p:spPr>
        <p:txBody>
          <a:bodyPr/>
          <a:lstStyle/>
          <a:p>
            <a:fld id="{DEA4E619-B820-4E56-B835-00DD6E9C1F73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3" r="13308"/>
          <a:stretch/>
        </p:blipFill>
        <p:spPr>
          <a:xfrm>
            <a:off x="4218355" y="1"/>
            <a:ext cx="7977648" cy="6511127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4876801" y="1399032"/>
            <a:ext cx="6732436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32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>
          <a:xfrm>
            <a:off x="-3017964" y="6356351"/>
            <a:ext cx="2843954" cy="365125"/>
          </a:xfrm>
        </p:spPr>
        <p:txBody>
          <a:bodyPr/>
          <a:lstStyle/>
          <a:p>
            <a:fld id="{25B14EA0-D077-4AF7-BC7C-65CF8C1E39C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96" y="1947672"/>
            <a:ext cx="3373044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gradFill flip="none" rotWithShape="1">
                  <a:gsLst>
                    <a:gs pos="0">
                      <a:schemeClr val="accent6"/>
                    </a:gs>
                    <a:gs pos="60000">
                      <a:schemeClr val="bg2"/>
                    </a:gs>
                    <a:gs pos="100000">
                      <a:schemeClr val="bg2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209" y="0"/>
            <a:ext cx="7984791" cy="6510528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4876801" y="1399032"/>
            <a:ext cx="6732436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3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Slide Title"/>
          <p:cNvSpPr>
            <a:spLocks noGrp="1"/>
          </p:cNvSpPr>
          <p:nvPr>
            <p:ph type="title" hasCustomPrompt="1"/>
          </p:nvPr>
        </p:nvSpPr>
        <p:spPr>
          <a:xfrm>
            <a:off x="368396" y="1947672"/>
            <a:ext cx="3373044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gradFill flip="none" rotWithShape="1">
                  <a:gsLst>
                    <a:gs pos="0">
                      <a:schemeClr val="accent6"/>
                    </a:gs>
                    <a:gs pos="60000">
                      <a:schemeClr val="bg2"/>
                    </a:gs>
                    <a:gs pos="100000">
                      <a:schemeClr val="bg2"/>
                    </a:gs>
                  </a:gsLst>
                  <a:lin ang="10800000" scaled="1"/>
                  <a:tileRect/>
                </a:gra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>
          <a:xfrm>
            <a:off x="-3017964" y="6356351"/>
            <a:ext cx="2843954" cy="365125"/>
          </a:xfrm>
        </p:spPr>
        <p:txBody>
          <a:bodyPr/>
          <a:lstStyle/>
          <a:p>
            <a:fld id="{25B14EA0-D077-4AF7-BC7C-65CF8C1E39C3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27942"/>
      </p:ext>
    </p:extLst>
  </p:cSld>
  <p:clrMapOvr>
    <a:masterClrMapping/>
  </p:clrMapOvr>
  <p:transition>
    <p:fade/>
  </p:transition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ction title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637345" y="2171236"/>
            <a:ext cx="8323638" cy="3027783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000" b="0" cap="all" baseline="0">
                <a:solidFill>
                  <a:schemeClr val="tx1"/>
                </a:solidFill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SECTION HEADER</a:t>
            </a:r>
          </a:p>
        </p:txBody>
      </p:sp>
      <p:sp>
        <p:nvSpPr>
          <p:cNvPr id="7" name="Section number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614480" y="963869"/>
            <a:ext cx="4650870" cy="89107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bg2"/>
                </a:solidFill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>
          <a:xfrm>
            <a:off x="-3157710" y="6356351"/>
            <a:ext cx="2843954" cy="365125"/>
          </a:xfrm>
        </p:spPr>
        <p:txBody>
          <a:bodyPr/>
          <a:lstStyle/>
          <a:p>
            <a:fld id="{BFD34698-4CB0-4260-A437-6B0E52C5ABA4}" type="datetimeFigureOut">
              <a:rPr lang="en-US" smtClean="0"/>
              <a:t>11/17/2025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76573"/>
      </p:ext>
    </p:extLst>
  </p:cSld>
  <p:clrMapOvr>
    <a:masterClrMapping/>
  </p:clrMapOvr>
  <p:transition>
    <p:fade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31" Type="http://schemas.openxmlformats.org/officeDocument/2006/relationships/image" Target="../media/image9.sv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3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image" Target="../media/image17.emf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theme" Target="../theme/theme3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948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/>
          <p:nvPr userDrawn="1"/>
        </p:nvSpPr>
        <p:spPr bwMode="auto">
          <a:xfrm>
            <a:off x="1" y="6502174"/>
            <a:ext cx="12192000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err="1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FFBE644-020A-2DC0-6813-38C126787DD8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09760" y="6552096"/>
            <a:ext cx="1006102" cy="213102"/>
          </a:xfrm>
          <a:prstGeom prst="rect">
            <a:avLst/>
          </a:prstGeom>
        </p:spPr>
      </p:pic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-912226" y="6515101"/>
            <a:ext cx="811404" cy="26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995" y="1534474"/>
            <a:ext cx="11025242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995" y="460552"/>
            <a:ext cx="11025242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5914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bg1">
                    <a:lumMod val="50000"/>
                  </a:schemeClr>
                </a:solidFill>
              </a:rPr>
              <a:t>©2024 Check Point Software Technologies</a:t>
            </a:r>
            <a:r>
              <a:rPr lang="en-US" sz="900" kern="0" baseline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3392740" y="6543258"/>
            <a:ext cx="5406518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0" r:id="rId2"/>
    <p:sldLayoutId id="2147483936" r:id="rId3"/>
    <p:sldLayoutId id="2147483932" r:id="rId4"/>
    <p:sldLayoutId id="2147483928" r:id="rId5"/>
    <p:sldLayoutId id="2147483930" r:id="rId6"/>
    <p:sldLayoutId id="2147483882" r:id="rId7"/>
    <p:sldLayoutId id="2147483931" r:id="rId8"/>
    <p:sldLayoutId id="2147483945" r:id="rId9"/>
    <p:sldLayoutId id="2147483946" r:id="rId10"/>
    <p:sldLayoutId id="2147483941" r:id="rId11"/>
    <p:sldLayoutId id="2147483942" r:id="rId12"/>
    <p:sldLayoutId id="2147483937" r:id="rId13"/>
    <p:sldLayoutId id="2147483938" r:id="rId14"/>
    <p:sldLayoutId id="2147483933" r:id="rId15"/>
    <p:sldLayoutId id="2147483934" r:id="rId16"/>
    <p:sldLayoutId id="2147483918" r:id="rId17"/>
    <p:sldLayoutId id="2147484014" r:id="rId18"/>
    <p:sldLayoutId id="2147483883" r:id="rId19"/>
    <p:sldLayoutId id="2147483885" r:id="rId20"/>
    <p:sldLayoutId id="2147483879" r:id="rId21"/>
    <p:sldLayoutId id="2147483889" r:id="rId22"/>
    <p:sldLayoutId id="2147483890" r:id="rId23"/>
    <p:sldLayoutId id="2147483947" r:id="rId24"/>
    <p:sldLayoutId id="2147483943" r:id="rId25"/>
    <p:sldLayoutId id="2147483939" r:id="rId26"/>
    <p:sldLayoutId id="2147483935" r:id="rId27"/>
    <p:sldLayoutId id="2147483929" r:id="rId28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21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759" y="6356351"/>
            <a:ext cx="28439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995" y="1534474"/>
            <a:ext cx="11025242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995" y="460552"/>
            <a:ext cx="11025242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900538" y="6559936"/>
            <a:ext cx="1840930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9082866" y="6543259"/>
            <a:ext cx="2745514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>
                <a:solidFill>
                  <a:schemeClr val="tx1">
                    <a:lumMod val="40000"/>
                    <a:lumOff val="60000"/>
                  </a:schemeClr>
                </a:solidFill>
              </a:rPr>
              <a:t>©2022 Check Point Software Technologies</a:t>
            </a:r>
            <a:r>
              <a:rPr lang="en-US" sz="900" kern="0" baseline="0">
                <a:solidFill>
                  <a:schemeClr val="tx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900" kern="0">
                <a:solidFill>
                  <a:schemeClr val="tx1">
                    <a:lumMod val="40000"/>
                    <a:lumOff val="60000"/>
                  </a:schemeClr>
                </a:solidFill>
              </a:rPr>
              <a:t>Ltd. </a:t>
            </a:r>
          </a:p>
        </p:txBody>
      </p:sp>
      <p:cxnSp>
        <p:nvCxnSpPr>
          <p:cNvPr id="94" name="Footer line"/>
          <p:cNvCxnSpPr/>
          <p:nvPr/>
        </p:nvCxnSpPr>
        <p:spPr bwMode="auto">
          <a:xfrm>
            <a:off x="1" y="6502174"/>
            <a:ext cx="12192000" cy="3837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6002" y="6543915"/>
            <a:ext cx="3098288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09760" y="6552096"/>
            <a:ext cx="1055004" cy="228600"/>
          </a:xfrm>
          <a:prstGeom prst="rect">
            <a:avLst/>
          </a:prstGeom>
        </p:spPr>
      </p:pic>
      <p:cxnSp>
        <p:nvCxnSpPr>
          <p:cNvPr id="4" name="Footer line">
            <a:extLst>
              <a:ext uri="{FF2B5EF4-FFF2-40B4-BE49-F238E27FC236}">
                <a16:creationId xmlns:a16="http://schemas.microsoft.com/office/drawing/2014/main" id="{B7D617DF-9693-7969-A845-A5F8746C9AC1}"/>
              </a:ext>
            </a:extLst>
          </p:cNvPr>
          <p:cNvCxnSpPr/>
          <p:nvPr userDrawn="1"/>
        </p:nvCxnSpPr>
        <p:spPr bwMode="auto">
          <a:xfrm>
            <a:off x="1" y="6502174"/>
            <a:ext cx="12192000" cy="3837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7393049-D56C-2BE1-6AB0-1412518AE851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609760" y="6552096"/>
            <a:ext cx="105500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9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  <p:sldLayoutId id="2147484005" r:id="rId12"/>
    <p:sldLayoutId id="2147484006" r:id="rId13"/>
    <p:sldLayoutId id="2147484007" r:id="rId14"/>
    <p:sldLayoutId id="2147484010" r:id="rId15"/>
    <p:sldLayoutId id="2147484011" r:id="rId16"/>
    <p:sldLayoutId id="2147484012" r:id="rId17"/>
    <p:sldLayoutId id="2147484013" r:id="rId18"/>
    <p:sldLayoutId id="2147483984" r:id="rId19"/>
    <p:sldLayoutId id="2147483920" r:id="rId20"/>
    <p:sldLayoutId id="2147483921" r:id="rId21"/>
    <p:sldLayoutId id="2147483922" r:id="rId22"/>
    <p:sldLayoutId id="2147483923" r:id="rId23"/>
    <p:sldLayoutId id="2147483924" r:id="rId24"/>
    <p:sldLayoutId id="2147483925" r:id="rId25"/>
    <p:sldLayoutId id="2147483926" r:id="rId26"/>
    <p:sldLayoutId id="2147483927" r:id="rId27"/>
    <p:sldLayoutId id="2147483895" r:id="rId28"/>
    <p:sldLayoutId id="2147483894" r:id="rId29"/>
    <p:sldLayoutId id="2147484015" r:id="rId30"/>
    <p:sldLayoutId id="2147484016" r:id="rId31"/>
    <p:sldLayoutId id="2147484017" r:id="rId32"/>
    <p:sldLayoutId id="2147484018" r:id="rId33"/>
    <p:sldLayoutId id="2147483897" r:id="rId34"/>
    <p:sldLayoutId id="2147483899" r:id="rId35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tx2"/>
        </a:buClr>
        <a:buSzPct val="85000"/>
        <a:buFont typeface="Arial" panose="020B0604020202020204" pitchFamily="34" charset="0"/>
        <a:buChar char="•"/>
        <a:defRPr lang="en-US" sz="28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5" pos="2653" userDrawn="1">
          <p15:clr>
            <a:srgbClr val="F26B43"/>
          </p15:clr>
        </p15:guide>
        <p15:guide id="6" pos="652" userDrawn="1">
          <p15:clr>
            <a:srgbClr val="F26B43"/>
          </p15:clr>
        </p15:guide>
        <p15:guide id="7" pos="237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3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3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aviadn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aviadn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AC0FE41-E386-FC6A-C1BC-7EA2D61AE2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Aviad Nissim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4FCD7-4262-35F7-3EFB-058C897A7A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Phishing threat hunting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30E11-F8CC-9B2F-A93D-F663D440A3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6083" y="1823170"/>
            <a:ext cx="7441371" cy="1275405"/>
          </a:xfrm>
        </p:spPr>
        <p:txBody>
          <a:bodyPr/>
          <a:lstStyle/>
          <a:p>
            <a:r>
              <a:rPr lang="en-US" dirty="0"/>
              <a:t>Threat Hunting RAG System</a:t>
            </a:r>
            <a:endParaRPr lang="en-US" b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9A541C-A906-37F0-8ED7-E6A54C3FAB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06.08.24</a:t>
            </a:r>
            <a:endParaRPr lang="en-US"/>
          </a:p>
        </p:txBody>
      </p:sp>
      <p:sp>
        <p:nvSpPr>
          <p:cNvPr id="6" name="Footer Placeholder 5" hidden="1">
            <a:extLst>
              <a:ext uri="{FF2B5EF4-FFF2-40B4-BE49-F238E27FC236}">
                <a16:creationId xmlns:a16="http://schemas.microsoft.com/office/drawing/2014/main" id="{9F5BCEDD-D728-9DD7-D6BE-BCC4EDD8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A3275691-406E-F1D8-E8EE-313D8835CE1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7772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EBCE9274-D2B8-F608-286C-12EE325CE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2D90C5F-AFEE-B52F-6067-4DB5AE713F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21979" y="1936435"/>
            <a:ext cx="7381640" cy="3712997"/>
          </a:xfr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Introduction </a:t>
            </a:r>
            <a:endParaRPr lang="en-US" dirty="0"/>
          </a:p>
          <a:p>
            <a:pPr marL="342900" indent="-342900">
              <a:buClr>
                <a:srgbClr val="A6A6A6"/>
              </a:buClr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Overview</a:t>
            </a:r>
            <a:endParaRPr lang="en-US" dirty="0"/>
          </a:p>
          <a:p>
            <a:pPr marL="342900" indent="-342900">
              <a:buClr>
                <a:srgbClr val="A6A6A6"/>
              </a:buClr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How to use</a:t>
            </a:r>
          </a:p>
          <a:p>
            <a:pPr marL="342900" indent="-342900">
              <a:buClr>
                <a:srgbClr val="A6A6A6"/>
              </a:buClr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Examples</a:t>
            </a:r>
          </a:p>
          <a:p>
            <a:pPr marL="342900" indent="-342900">
              <a:buClr>
                <a:srgbClr val="A6A6A6"/>
              </a:buClr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High-Level &amp; Detailed Design</a:t>
            </a:r>
            <a:endParaRPr lang="en-US" dirty="0"/>
          </a:p>
          <a:p>
            <a:pPr marL="342900" indent="-342900">
              <a:buClr>
                <a:srgbClr val="A6A6A6"/>
              </a:buClr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Conclusion and Q&amp;A</a:t>
            </a:r>
          </a:p>
          <a:p>
            <a:pPr marL="342900" indent="-342900">
              <a:buClr>
                <a:srgbClr val="A6A6A6"/>
              </a:buClr>
              <a:buFont typeface="Arial"/>
              <a:buChar char="•"/>
            </a:pPr>
            <a:endParaRPr lang="en-US" dirty="0"/>
          </a:p>
          <a:p>
            <a:pPr marL="342900" indent="-342900">
              <a:buClr>
                <a:srgbClr val="A6A6A6"/>
              </a:buClr>
              <a:buFont typeface="Arial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875BA8-8EC7-D318-5746-2DFDB69EE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198" y="638551"/>
            <a:ext cx="7465725" cy="707289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Agenda </a:t>
            </a:r>
            <a:endParaRPr lang="en-US" sz="2400" b="1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77FF1D0-9FE4-3487-017C-98FCF8B9118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301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177896D4-B446-B9BA-7F93-31529733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50992F-E05A-DB85-D54E-1B619392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Introduction</a:t>
            </a:r>
          </a:p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A461D4-9F27-6666-9D88-0116FA8C8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EE0C5D"/>
                </a:solidFill>
                <a:latin typeface="Arial"/>
                <a:cs typeface="Arial"/>
              </a:rPr>
              <a:t>Threat Hunting RAG System</a:t>
            </a:r>
          </a:p>
          <a:p>
            <a:pPr marL="0" indent="0">
              <a:buNone/>
            </a:pPr>
            <a:endParaRPr lang="en-US" dirty="0">
              <a:solidFill>
                <a:srgbClr val="EE0C5D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dirty="0"/>
              <a:t>A Retrieval-Augmented Generation (RAG) system for phishing threat hunting that analyzes email datasets through natural language queries and returns ranked, explainable threat detections</a:t>
            </a:r>
          </a:p>
          <a:p>
            <a:pPr marL="347345" lvl="1" indent="0">
              <a:buClr>
                <a:srgbClr val="808080"/>
              </a:buClr>
              <a:buNone/>
            </a:pPr>
            <a:endParaRPr lang="en-US" dirty="0">
              <a:latin typeface="Arial"/>
              <a:cs typeface="Arial"/>
            </a:endParaRPr>
          </a:p>
          <a:p>
            <a:pPr>
              <a:buClr>
                <a:srgbClr val="808080"/>
              </a:buClr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5AC2FA6E-8C56-1925-A2BD-F71A359E791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9682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177896D4-B446-B9BA-7F93-31529733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50992F-E05A-DB85-D54E-1B619392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Objectives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A461D4-9F27-6666-9D88-0116FA8C8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95" y="2542280"/>
            <a:ext cx="11025242" cy="3759461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dirty="0">
              <a:solidFill>
                <a:srgbClr val="EE0C5D"/>
              </a:solidFill>
            </a:endParaRPr>
          </a:p>
          <a:p>
            <a:pPr marL="575945">
              <a:buClr>
                <a:srgbClr val="808080"/>
              </a:buClr>
            </a:pPr>
            <a:endParaRPr lang="en-US"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75945">
              <a:buClr>
                <a:srgbClr val="808080"/>
              </a:buClr>
            </a:pP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System performs hybrid (semantic + keyword) retrieval</a:t>
            </a:r>
            <a:endParaRPr lang="en-US" sz="2000" b="1" dirty="0">
              <a:solidFill>
                <a:schemeClr val="tx2"/>
              </a:solidFill>
              <a:latin typeface="Arial"/>
              <a:cs typeface="Arial"/>
            </a:endParaRPr>
          </a:p>
          <a:p>
            <a:pPr marL="575945">
              <a:buClr>
                <a:srgbClr val="808080"/>
              </a:buClr>
            </a:pP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Extracts threat features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575945" lvl="1">
              <a:buClr>
                <a:srgbClr val="808080"/>
              </a:buClr>
            </a:pPr>
            <a:r>
              <a:rPr lang="en-US" dirty="0"/>
              <a:t>Scores each email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575945" lvl="1">
              <a:buClr>
                <a:srgbClr val="808080"/>
              </a:buClr>
            </a:pP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P</a:t>
            </a:r>
            <a:r>
              <a:rPr lang="en-US" dirty="0"/>
              <a:t>roduces human + optional JSON explanations</a:t>
            </a:r>
          </a:p>
          <a:p>
            <a:pPr marL="575945" lvl="1">
              <a:buClr>
                <a:srgbClr val="808080"/>
              </a:buClr>
            </a:pPr>
            <a:r>
              <a:rPr lang="en-US" dirty="0"/>
              <a:t>Refinement lets you quickly narrow results without re-running vector search</a:t>
            </a:r>
          </a:p>
          <a:p>
            <a:pPr marL="575945" lvl="1">
              <a:buClr>
                <a:srgbClr val="808080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808080"/>
              </a:buClr>
              <a:buFont typeface="Arial"/>
            </a:pP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808080"/>
              </a:buClr>
              <a:buFont typeface="Arial"/>
              <a:buChar char="•"/>
            </a:pPr>
            <a:endParaRPr lang="en-US" sz="20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808080"/>
              </a:buClr>
              <a:buFont typeface="Arial"/>
              <a:buChar char="•"/>
            </a:pPr>
            <a:endParaRPr lang="en-US"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Clr>
                <a:srgbClr val="808080"/>
              </a:buClr>
              <a:buFont typeface="Arial"/>
            </a:pPr>
            <a:endParaRPr lang="en-US"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Clr>
                <a:srgbClr val="808080"/>
              </a:buClr>
              <a:buFont typeface="Arial"/>
            </a:pPr>
            <a:endParaRPr lang="en-US"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655225-BD3A-99C0-2150-47C29D158F4C}"/>
              </a:ext>
            </a:extLst>
          </p:cNvPr>
          <p:cNvSpPr/>
          <p:nvPr/>
        </p:nvSpPr>
        <p:spPr bwMode="auto">
          <a:xfrm>
            <a:off x="1914833" y="1318659"/>
            <a:ext cx="4355690" cy="1553497"/>
          </a:xfrm>
          <a:prstGeom prst="round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r>
              <a:rPr lang="en-US" sz="4400" b="1">
                <a:solidFill>
                  <a:schemeClr val="bg1"/>
                </a:solidFill>
                <a:cs typeface="Arial"/>
              </a:rPr>
              <a:t>Objectives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706D0AB-C774-0F0C-8588-1E79324A218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177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177896D4-B446-B9BA-7F93-31529733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50992F-E05A-DB85-D54E-1B619392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How to use – Quick Start (</a:t>
            </a:r>
            <a:r>
              <a:rPr lang="en-US" dirty="0" err="1">
                <a:latin typeface="Arial"/>
                <a:cs typeface="Arial"/>
              </a:rPr>
              <a:t>Makefile</a:t>
            </a:r>
            <a:r>
              <a:rPr lang="en-US" dirty="0">
                <a:latin typeface="Arial"/>
                <a:cs typeface="Arial"/>
              </a:rPr>
              <a:t>)</a:t>
            </a:r>
            <a:br>
              <a:rPr lang="en-US" dirty="0">
                <a:latin typeface="Arial"/>
                <a:cs typeface="Arial"/>
              </a:rPr>
            </a:br>
            <a:br>
              <a:rPr lang="en-US" dirty="0">
                <a:latin typeface="Arial"/>
                <a:cs typeface="Arial"/>
              </a:rPr>
            </a:b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D5FB442-3068-EB91-850B-B4A7B94DAF22}"/>
              </a:ext>
            </a:extLst>
          </p:cNvPr>
          <p:cNvGrpSpPr/>
          <p:nvPr/>
        </p:nvGrpSpPr>
        <p:grpSpPr>
          <a:xfrm>
            <a:off x="9876186" y="513735"/>
            <a:ext cx="2035593" cy="2395384"/>
            <a:chOff x="3681864" y="1263445"/>
            <a:chExt cx="3362947" cy="3968544"/>
          </a:xfrm>
        </p:grpSpPr>
        <p:pic>
          <p:nvPicPr>
            <p:cNvPr id="43" name="Picture 42" descr="A close-up of a target&#10;&#10;Description automatically generated">
              <a:extLst>
                <a:ext uri="{FF2B5EF4-FFF2-40B4-BE49-F238E27FC236}">
                  <a16:creationId xmlns:a16="http://schemas.microsoft.com/office/drawing/2014/main" id="{F42B4511-AB5E-AC9B-5959-FBD80CDC6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298" b="90000" l="3553" r="89848">
                          <a14:foregroundMark x1="59137" y1="9787" x2="40355" y2="80851"/>
                          <a14:foregroundMark x1="22081" y1="72553" x2="67766" y2="44468"/>
                          <a14:foregroundMark x1="67766" y1="44468" x2="86041" y2="41277"/>
                          <a14:foregroundMark x1="48477" y1="6809" x2="69543" y2="13617"/>
                          <a14:foregroundMark x1="76614" y1="19946" x2="84518" y2="27021"/>
                          <a14:foregroundMark x1="69543" y1="13617" x2="74414" y2="17977"/>
                          <a14:foregroundMark x1="84518" y1="27021" x2="92132" y2="42340"/>
                          <a14:foregroundMark x1="92132" y1="42340" x2="92893" y2="56596"/>
                          <a14:foregroundMark x1="92893" y1="56596" x2="78195" y2="78847"/>
                          <a14:foregroundMark x1="75888" y1="82340" x2="62690" y2="91915"/>
                          <a14:foregroundMark x1="62690" y1="91915" x2="34264" y2="92553"/>
                          <a14:foregroundMark x1="34264" y1="92553" x2="15990" y2="83191"/>
                          <a14:foregroundMark x1="15990" y1="83191" x2="6345" y2="73191"/>
                          <a14:foregroundMark x1="6345" y1="73191" x2="254" y2="61277"/>
                          <a14:foregroundMark x1="254" y1="61277" x2="4061" y2="31064"/>
                          <a14:foregroundMark x1="4061" y1="31064" x2="28680" y2="14468"/>
                          <a14:foregroundMark x1="28680" y1="14468" x2="48477" y2="8298"/>
                          <a14:foregroundMark x1="5330" y1="30851" x2="16497" y2="81489"/>
                          <a14:foregroundMark x1="16497" y1="81489" x2="18020" y2="82766"/>
                          <a14:foregroundMark x1="3553" y1="44894" x2="9391" y2="88723"/>
                          <a14:foregroundMark x1="23858" y1="73617" x2="24112" y2="25532"/>
                          <a14:foregroundMark x1="24112" y1="25532" x2="24873" y2="26596"/>
                          <a14:backgroundMark x1="77157" y1="16170" x2="79442" y2="18085"/>
                          <a14:backgroundMark x1="82741" y1="22340" x2="77411" y2="17234"/>
                          <a14:backgroundMark x1="80203" y1="80426" x2="76396" y2="82766"/>
                        </a14:backgroundRemoval>
                      </a14:imgEffect>
                    </a14:imgLayer>
                  </a14:imgProps>
                </a:ext>
              </a:extLst>
            </a:blip>
            <a:srcRect l="1044" t="13637" r="16241" b="13268"/>
            <a:stretch/>
          </p:blipFill>
          <p:spPr>
            <a:xfrm>
              <a:off x="3681864" y="1853264"/>
              <a:ext cx="2707900" cy="2854550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E3D4DB7-F1A5-C4A7-92D3-80376DED73B6}"/>
                </a:ext>
              </a:extLst>
            </p:cNvPr>
            <p:cNvSpPr/>
            <p:nvPr/>
          </p:nvSpPr>
          <p:spPr bwMode="auto">
            <a:xfrm>
              <a:off x="5663380" y="1263445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2775F86-3690-0ACB-1633-6147D240982F}"/>
                </a:ext>
              </a:extLst>
            </p:cNvPr>
            <p:cNvSpPr/>
            <p:nvPr/>
          </p:nvSpPr>
          <p:spPr bwMode="auto">
            <a:xfrm>
              <a:off x="6314766" y="2013154"/>
              <a:ext cx="730045" cy="285627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F52CF71-A9E1-7372-4E24-C160B11499B7}"/>
                </a:ext>
              </a:extLst>
            </p:cNvPr>
            <p:cNvSpPr/>
            <p:nvPr/>
          </p:nvSpPr>
          <p:spPr bwMode="auto">
            <a:xfrm rot="5160000">
              <a:off x="6216444" y="1558412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3C2487-C0BF-5B96-A12A-AFAD06548BC4}"/>
                </a:ext>
              </a:extLst>
            </p:cNvPr>
            <p:cNvSpPr/>
            <p:nvPr/>
          </p:nvSpPr>
          <p:spPr bwMode="auto">
            <a:xfrm rot="5160000">
              <a:off x="5773992" y="4409767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95A178-80A2-837F-17B9-4E5034DC18C8}"/>
                </a:ext>
              </a:extLst>
            </p:cNvPr>
            <p:cNvSpPr/>
            <p:nvPr/>
          </p:nvSpPr>
          <p:spPr bwMode="auto">
            <a:xfrm rot="2520000">
              <a:off x="5946056" y="4139379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</p:grp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F16C02ED-97A8-256D-F9B3-2D6F3E30D2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5C33D-0B25-6B98-34A9-661A1A3C0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63" y="1065660"/>
            <a:ext cx="6706536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0193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DD1F4-04F1-1D1C-7F83-8802519D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91759ACE-82E4-AC2A-F193-07FC3F58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1725BB-9000-AB4E-EA3F-DC8FC4FD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How to use – Docker Commands via </a:t>
            </a:r>
            <a:r>
              <a:rPr lang="en-US" dirty="0" err="1">
                <a:latin typeface="Arial"/>
                <a:cs typeface="Arial"/>
              </a:rPr>
              <a:t>Makefile</a:t>
            </a:r>
            <a:br>
              <a:rPr lang="en-US" b="1" dirty="0"/>
            </a:br>
            <a:br>
              <a:rPr lang="en-US" dirty="0">
                <a:latin typeface="Arial"/>
                <a:cs typeface="Arial"/>
              </a:rPr>
            </a:br>
            <a:br>
              <a:rPr lang="en-US" dirty="0">
                <a:latin typeface="Arial"/>
                <a:cs typeface="Arial"/>
              </a:rPr>
            </a:b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11791C-DFAB-AA2D-74BB-E6A2DD1DA91F}"/>
              </a:ext>
            </a:extLst>
          </p:cNvPr>
          <p:cNvGrpSpPr/>
          <p:nvPr/>
        </p:nvGrpSpPr>
        <p:grpSpPr>
          <a:xfrm>
            <a:off x="9876186" y="513735"/>
            <a:ext cx="2035593" cy="2395384"/>
            <a:chOff x="3681864" y="1263445"/>
            <a:chExt cx="3362947" cy="3968544"/>
          </a:xfrm>
        </p:grpSpPr>
        <p:pic>
          <p:nvPicPr>
            <p:cNvPr id="43" name="Picture 42" descr="A close-up of a target&#10;&#10;Description automatically generated">
              <a:extLst>
                <a:ext uri="{FF2B5EF4-FFF2-40B4-BE49-F238E27FC236}">
                  <a16:creationId xmlns:a16="http://schemas.microsoft.com/office/drawing/2014/main" id="{B605A373-E851-9BD5-C333-6A4F233F6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298" b="90000" l="3553" r="89848">
                          <a14:foregroundMark x1="59137" y1="9787" x2="40355" y2="80851"/>
                          <a14:foregroundMark x1="22081" y1="72553" x2="67766" y2="44468"/>
                          <a14:foregroundMark x1="67766" y1="44468" x2="86041" y2="41277"/>
                          <a14:foregroundMark x1="48477" y1="6809" x2="69543" y2="13617"/>
                          <a14:foregroundMark x1="76614" y1="19946" x2="84518" y2="27021"/>
                          <a14:foregroundMark x1="69543" y1="13617" x2="74414" y2="17977"/>
                          <a14:foregroundMark x1="84518" y1="27021" x2="92132" y2="42340"/>
                          <a14:foregroundMark x1="92132" y1="42340" x2="92893" y2="56596"/>
                          <a14:foregroundMark x1="92893" y1="56596" x2="78195" y2="78847"/>
                          <a14:foregroundMark x1="75888" y1="82340" x2="62690" y2="91915"/>
                          <a14:foregroundMark x1="62690" y1="91915" x2="34264" y2="92553"/>
                          <a14:foregroundMark x1="34264" y1="92553" x2="15990" y2="83191"/>
                          <a14:foregroundMark x1="15990" y1="83191" x2="6345" y2="73191"/>
                          <a14:foregroundMark x1="6345" y1="73191" x2="254" y2="61277"/>
                          <a14:foregroundMark x1="254" y1="61277" x2="4061" y2="31064"/>
                          <a14:foregroundMark x1="4061" y1="31064" x2="28680" y2="14468"/>
                          <a14:foregroundMark x1="28680" y1="14468" x2="48477" y2="8298"/>
                          <a14:foregroundMark x1="5330" y1="30851" x2="16497" y2="81489"/>
                          <a14:foregroundMark x1="16497" y1="81489" x2="18020" y2="82766"/>
                          <a14:foregroundMark x1="3553" y1="44894" x2="9391" y2="88723"/>
                          <a14:foregroundMark x1="23858" y1="73617" x2="24112" y2="25532"/>
                          <a14:foregroundMark x1="24112" y1="25532" x2="24873" y2="26596"/>
                          <a14:backgroundMark x1="77157" y1="16170" x2="79442" y2="18085"/>
                          <a14:backgroundMark x1="82741" y1="22340" x2="77411" y2="17234"/>
                          <a14:backgroundMark x1="80203" y1="80426" x2="76396" y2="82766"/>
                        </a14:backgroundRemoval>
                      </a14:imgEffect>
                    </a14:imgLayer>
                  </a14:imgProps>
                </a:ext>
              </a:extLst>
            </a:blip>
            <a:srcRect l="1044" t="13637" r="16241" b="13268"/>
            <a:stretch/>
          </p:blipFill>
          <p:spPr>
            <a:xfrm>
              <a:off x="3681864" y="1853264"/>
              <a:ext cx="2707900" cy="2854550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F0D663E-32B4-C1C7-2959-16F4F64B0D2E}"/>
                </a:ext>
              </a:extLst>
            </p:cNvPr>
            <p:cNvSpPr/>
            <p:nvPr/>
          </p:nvSpPr>
          <p:spPr bwMode="auto">
            <a:xfrm>
              <a:off x="5663380" y="1263445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DC5CC89-18BF-B549-FA91-C6B9DD2F29AA}"/>
                </a:ext>
              </a:extLst>
            </p:cNvPr>
            <p:cNvSpPr/>
            <p:nvPr/>
          </p:nvSpPr>
          <p:spPr bwMode="auto">
            <a:xfrm>
              <a:off x="6314766" y="2013154"/>
              <a:ext cx="730045" cy="285627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B1E967A-C6FB-F5B3-9312-4736B83C8CFD}"/>
                </a:ext>
              </a:extLst>
            </p:cNvPr>
            <p:cNvSpPr/>
            <p:nvPr/>
          </p:nvSpPr>
          <p:spPr bwMode="auto">
            <a:xfrm rot="5160000">
              <a:off x="6216444" y="1558412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D00E141-E9D3-F2D8-B304-FE473EDDEA7D}"/>
                </a:ext>
              </a:extLst>
            </p:cNvPr>
            <p:cNvSpPr/>
            <p:nvPr/>
          </p:nvSpPr>
          <p:spPr bwMode="auto">
            <a:xfrm rot="5160000">
              <a:off x="5773992" y="4409767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CED06CC-7A95-1F8A-14B2-49024B54BC0A}"/>
                </a:ext>
              </a:extLst>
            </p:cNvPr>
            <p:cNvSpPr/>
            <p:nvPr/>
          </p:nvSpPr>
          <p:spPr bwMode="auto">
            <a:xfrm rot="2520000">
              <a:off x="5946056" y="4139379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</p:grp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CEEAD90F-0C8E-3745-299C-920B33880A1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D92125-6439-36C2-9D76-B2FD9B484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63" y="1374952"/>
            <a:ext cx="7207754" cy="430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242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207C-3396-40F6-4DB5-12FCEABD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9200D055-648C-4601-1D79-15DBDA1D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7BA82D-83F1-BD06-1EF3-07BE54A2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How to use – Using the CLI</a:t>
            </a:r>
            <a:br>
              <a:rPr lang="en-US" b="1" dirty="0"/>
            </a:b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B7D6D1F9-BD69-9D33-8650-9895734742C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BDC04D-45F0-265C-26E4-9AE770544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95" y="1632052"/>
            <a:ext cx="9945488" cy="401058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9919184-A80A-C1B3-B5D5-9B8CE598AE85}"/>
              </a:ext>
            </a:extLst>
          </p:cNvPr>
          <p:cNvGrpSpPr/>
          <p:nvPr/>
        </p:nvGrpSpPr>
        <p:grpSpPr>
          <a:xfrm>
            <a:off x="9876186" y="513735"/>
            <a:ext cx="2035593" cy="2395384"/>
            <a:chOff x="3681864" y="1263445"/>
            <a:chExt cx="3362947" cy="3968544"/>
          </a:xfrm>
        </p:grpSpPr>
        <p:pic>
          <p:nvPicPr>
            <p:cNvPr id="8" name="Picture 7" descr="A close-up of a target&#10;&#10;Description automatically generated">
              <a:extLst>
                <a:ext uri="{FF2B5EF4-FFF2-40B4-BE49-F238E27FC236}">
                  <a16:creationId xmlns:a16="http://schemas.microsoft.com/office/drawing/2014/main" id="{B3D68DCE-FC1B-2F13-1F58-E8468B23D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298" b="90000" l="3553" r="89848">
                          <a14:foregroundMark x1="59137" y1="9787" x2="40355" y2="80851"/>
                          <a14:foregroundMark x1="22081" y1="72553" x2="67766" y2="44468"/>
                          <a14:foregroundMark x1="67766" y1="44468" x2="86041" y2="41277"/>
                          <a14:foregroundMark x1="48477" y1="6809" x2="69543" y2="13617"/>
                          <a14:foregroundMark x1="76614" y1="19946" x2="84518" y2="27021"/>
                          <a14:foregroundMark x1="69543" y1="13617" x2="74414" y2="17977"/>
                          <a14:foregroundMark x1="84518" y1="27021" x2="92132" y2="42340"/>
                          <a14:foregroundMark x1="92132" y1="42340" x2="92893" y2="56596"/>
                          <a14:foregroundMark x1="92893" y1="56596" x2="78195" y2="78847"/>
                          <a14:foregroundMark x1="75888" y1="82340" x2="62690" y2="91915"/>
                          <a14:foregroundMark x1="62690" y1="91915" x2="34264" y2="92553"/>
                          <a14:foregroundMark x1="34264" y1="92553" x2="15990" y2="83191"/>
                          <a14:foregroundMark x1="15990" y1="83191" x2="6345" y2="73191"/>
                          <a14:foregroundMark x1="6345" y1="73191" x2="254" y2="61277"/>
                          <a14:foregroundMark x1="254" y1="61277" x2="4061" y2="31064"/>
                          <a14:foregroundMark x1="4061" y1="31064" x2="28680" y2="14468"/>
                          <a14:foregroundMark x1="28680" y1="14468" x2="48477" y2="8298"/>
                          <a14:foregroundMark x1="5330" y1="30851" x2="16497" y2="81489"/>
                          <a14:foregroundMark x1="16497" y1="81489" x2="18020" y2="82766"/>
                          <a14:foregroundMark x1="3553" y1="44894" x2="9391" y2="88723"/>
                          <a14:foregroundMark x1="23858" y1="73617" x2="24112" y2="25532"/>
                          <a14:foregroundMark x1="24112" y1="25532" x2="24873" y2="26596"/>
                          <a14:backgroundMark x1="77157" y1="16170" x2="79442" y2="18085"/>
                          <a14:backgroundMark x1="82741" y1="22340" x2="77411" y2="17234"/>
                          <a14:backgroundMark x1="80203" y1="80426" x2="76396" y2="82766"/>
                        </a14:backgroundRemoval>
                      </a14:imgEffect>
                    </a14:imgLayer>
                  </a14:imgProps>
                </a:ext>
              </a:extLst>
            </a:blip>
            <a:srcRect l="1044" t="13637" r="16241" b="13268"/>
            <a:stretch/>
          </p:blipFill>
          <p:spPr>
            <a:xfrm>
              <a:off x="3681864" y="1853264"/>
              <a:ext cx="2707900" cy="285455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1A00FAC-6BCD-73A8-998B-742B9D8367F5}"/>
                </a:ext>
              </a:extLst>
            </p:cNvPr>
            <p:cNvSpPr/>
            <p:nvPr/>
          </p:nvSpPr>
          <p:spPr bwMode="auto">
            <a:xfrm>
              <a:off x="5663380" y="1263445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3414E0-8003-AFCB-0EA1-E8A0CB32F8C9}"/>
                </a:ext>
              </a:extLst>
            </p:cNvPr>
            <p:cNvSpPr/>
            <p:nvPr/>
          </p:nvSpPr>
          <p:spPr bwMode="auto">
            <a:xfrm>
              <a:off x="6314766" y="2013154"/>
              <a:ext cx="730045" cy="285627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E3A80CB-CA5F-2DB6-AFC9-F033CE9B8032}"/>
                </a:ext>
              </a:extLst>
            </p:cNvPr>
            <p:cNvSpPr/>
            <p:nvPr/>
          </p:nvSpPr>
          <p:spPr bwMode="auto">
            <a:xfrm rot="5160000">
              <a:off x="6216444" y="1558412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FCC5F1-FFC0-8A2A-4C04-4E0F5E339E95}"/>
                </a:ext>
              </a:extLst>
            </p:cNvPr>
            <p:cNvSpPr/>
            <p:nvPr/>
          </p:nvSpPr>
          <p:spPr bwMode="auto">
            <a:xfrm rot="5160000">
              <a:off x="5773992" y="4409767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D23E57-CD95-1AEC-3C28-40E633B9DE7D}"/>
                </a:ext>
              </a:extLst>
            </p:cNvPr>
            <p:cNvSpPr/>
            <p:nvPr/>
          </p:nvSpPr>
          <p:spPr bwMode="auto">
            <a:xfrm rot="2520000">
              <a:off x="5946056" y="4139379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229380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A9DE-6F10-0A42-D1B9-3858EADD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D31509D9-0A28-995B-B04A-B4DD73EB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274876-EFD8-5DC2-8630-82D6A049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How to use – Interactive CLI Capabilities</a:t>
            </a:r>
            <a:br>
              <a:rPr lang="en-US" b="1" dirty="0"/>
            </a:br>
            <a:br>
              <a:rPr lang="en-US" b="1" dirty="0"/>
            </a:b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05F71C15-5BB4-2DC5-14C8-F4CBABD1B3A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287AE1-BDBA-E75F-A3B4-A3D867CDA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63" y="1374952"/>
            <a:ext cx="9669224" cy="443927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2A39E61-B30C-02A6-FF14-640C6BAEFF95}"/>
              </a:ext>
            </a:extLst>
          </p:cNvPr>
          <p:cNvGrpSpPr/>
          <p:nvPr/>
        </p:nvGrpSpPr>
        <p:grpSpPr>
          <a:xfrm>
            <a:off x="9876186" y="513735"/>
            <a:ext cx="2035593" cy="2395384"/>
            <a:chOff x="3681864" y="1263445"/>
            <a:chExt cx="3362947" cy="3968544"/>
          </a:xfrm>
        </p:grpSpPr>
        <p:pic>
          <p:nvPicPr>
            <p:cNvPr id="16" name="Picture 15" descr="A close-up of a target&#10;&#10;Description automatically generated">
              <a:extLst>
                <a:ext uri="{FF2B5EF4-FFF2-40B4-BE49-F238E27FC236}">
                  <a16:creationId xmlns:a16="http://schemas.microsoft.com/office/drawing/2014/main" id="{5ADC7684-6998-C55D-757D-FDA0FF331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298" b="90000" l="3553" r="89848">
                          <a14:foregroundMark x1="59137" y1="9787" x2="40355" y2="80851"/>
                          <a14:foregroundMark x1="22081" y1="72553" x2="67766" y2="44468"/>
                          <a14:foregroundMark x1="67766" y1="44468" x2="86041" y2="41277"/>
                          <a14:foregroundMark x1="48477" y1="6809" x2="69543" y2="13617"/>
                          <a14:foregroundMark x1="76614" y1="19946" x2="84518" y2="27021"/>
                          <a14:foregroundMark x1="69543" y1="13617" x2="74414" y2="17977"/>
                          <a14:foregroundMark x1="84518" y1="27021" x2="92132" y2="42340"/>
                          <a14:foregroundMark x1="92132" y1="42340" x2="92893" y2="56596"/>
                          <a14:foregroundMark x1="92893" y1="56596" x2="78195" y2="78847"/>
                          <a14:foregroundMark x1="75888" y1="82340" x2="62690" y2="91915"/>
                          <a14:foregroundMark x1="62690" y1="91915" x2="34264" y2="92553"/>
                          <a14:foregroundMark x1="34264" y1="92553" x2="15990" y2="83191"/>
                          <a14:foregroundMark x1="15990" y1="83191" x2="6345" y2="73191"/>
                          <a14:foregroundMark x1="6345" y1="73191" x2="254" y2="61277"/>
                          <a14:foregroundMark x1="254" y1="61277" x2="4061" y2="31064"/>
                          <a14:foregroundMark x1="4061" y1="31064" x2="28680" y2="14468"/>
                          <a14:foregroundMark x1="28680" y1="14468" x2="48477" y2="8298"/>
                          <a14:foregroundMark x1="5330" y1="30851" x2="16497" y2="81489"/>
                          <a14:foregroundMark x1="16497" y1="81489" x2="18020" y2="82766"/>
                          <a14:foregroundMark x1="3553" y1="44894" x2="9391" y2="88723"/>
                          <a14:foregroundMark x1="23858" y1="73617" x2="24112" y2="25532"/>
                          <a14:foregroundMark x1="24112" y1="25532" x2="24873" y2="26596"/>
                          <a14:backgroundMark x1="77157" y1="16170" x2="79442" y2="18085"/>
                          <a14:backgroundMark x1="82741" y1="22340" x2="77411" y2="17234"/>
                          <a14:backgroundMark x1="80203" y1="80426" x2="76396" y2="82766"/>
                        </a14:backgroundRemoval>
                      </a14:imgEffect>
                    </a14:imgLayer>
                  </a14:imgProps>
                </a:ext>
              </a:extLst>
            </a:blip>
            <a:srcRect l="1044" t="13637" r="16241" b="13268"/>
            <a:stretch/>
          </p:blipFill>
          <p:spPr>
            <a:xfrm>
              <a:off x="3681864" y="1853264"/>
              <a:ext cx="2707900" cy="285455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7551C7-E4D3-613B-EC66-A0EAF144FF89}"/>
                </a:ext>
              </a:extLst>
            </p:cNvPr>
            <p:cNvSpPr/>
            <p:nvPr/>
          </p:nvSpPr>
          <p:spPr bwMode="auto">
            <a:xfrm>
              <a:off x="5663380" y="1263445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F69B47F-2944-801A-B31E-92F73157054D}"/>
                </a:ext>
              </a:extLst>
            </p:cNvPr>
            <p:cNvSpPr/>
            <p:nvPr/>
          </p:nvSpPr>
          <p:spPr bwMode="auto">
            <a:xfrm>
              <a:off x="6314766" y="2013154"/>
              <a:ext cx="730045" cy="285627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369AFDC-505B-5D16-6DDD-5F3E959CAEFD}"/>
                </a:ext>
              </a:extLst>
            </p:cNvPr>
            <p:cNvSpPr/>
            <p:nvPr/>
          </p:nvSpPr>
          <p:spPr bwMode="auto">
            <a:xfrm rot="5160000">
              <a:off x="6216444" y="1558412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47618A1-F007-58C5-03FF-56D9C3CB0A48}"/>
                </a:ext>
              </a:extLst>
            </p:cNvPr>
            <p:cNvSpPr/>
            <p:nvPr/>
          </p:nvSpPr>
          <p:spPr bwMode="auto">
            <a:xfrm rot="5160000">
              <a:off x="5773992" y="4409767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AA4676-B140-EDFE-A697-FAAEBD8C0C05}"/>
                </a:ext>
              </a:extLst>
            </p:cNvPr>
            <p:cNvSpPr/>
            <p:nvPr/>
          </p:nvSpPr>
          <p:spPr bwMode="auto">
            <a:xfrm rot="2520000">
              <a:off x="5946056" y="4139379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90369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EC14C-4742-9786-36B0-41C3BB59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5BF9445D-65A5-F05A-9946-D054DBBF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14937E-89F0-339A-8C40-417FC7064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How to use – Endpoints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5F453E18-22E6-AE18-12EB-D0323C8AED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8FD011-E35B-E60B-9F2A-2A3CEC6548F4}"/>
              </a:ext>
            </a:extLst>
          </p:cNvPr>
          <p:cNvGrpSpPr/>
          <p:nvPr/>
        </p:nvGrpSpPr>
        <p:grpSpPr>
          <a:xfrm>
            <a:off x="9876186" y="513735"/>
            <a:ext cx="2035593" cy="2395384"/>
            <a:chOff x="3681864" y="1263445"/>
            <a:chExt cx="3362947" cy="3968544"/>
          </a:xfrm>
        </p:grpSpPr>
        <p:pic>
          <p:nvPicPr>
            <p:cNvPr id="16" name="Picture 15" descr="A close-up of a target&#10;&#10;Description automatically generated">
              <a:extLst>
                <a:ext uri="{FF2B5EF4-FFF2-40B4-BE49-F238E27FC236}">
                  <a16:creationId xmlns:a16="http://schemas.microsoft.com/office/drawing/2014/main" id="{BE163D9F-4539-5757-61EA-5DE517562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298" b="90000" l="3553" r="89848">
                          <a14:foregroundMark x1="59137" y1="9787" x2="40355" y2="80851"/>
                          <a14:foregroundMark x1="22081" y1="72553" x2="67766" y2="44468"/>
                          <a14:foregroundMark x1="67766" y1="44468" x2="86041" y2="41277"/>
                          <a14:foregroundMark x1="48477" y1="6809" x2="69543" y2="13617"/>
                          <a14:foregroundMark x1="76614" y1="19946" x2="84518" y2="27021"/>
                          <a14:foregroundMark x1="69543" y1="13617" x2="74414" y2="17977"/>
                          <a14:foregroundMark x1="84518" y1="27021" x2="92132" y2="42340"/>
                          <a14:foregroundMark x1="92132" y1="42340" x2="92893" y2="56596"/>
                          <a14:foregroundMark x1="92893" y1="56596" x2="78195" y2="78847"/>
                          <a14:foregroundMark x1="75888" y1="82340" x2="62690" y2="91915"/>
                          <a14:foregroundMark x1="62690" y1="91915" x2="34264" y2="92553"/>
                          <a14:foregroundMark x1="34264" y1="92553" x2="15990" y2="83191"/>
                          <a14:foregroundMark x1="15990" y1="83191" x2="6345" y2="73191"/>
                          <a14:foregroundMark x1="6345" y1="73191" x2="254" y2="61277"/>
                          <a14:foregroundMark x1="254" y1="61277" x2="4061" y2="31064"/>
                          <a14:foregroundMark x1="4061" y1="31064" x2="28680" y2="14468"/>
                          <a14:foregroundMark x1="28680" y1="14468" x2="48477" y2="8298"/>
                          <a14:foregroundMark x1="5330" y1="30851" x2="16497" y2="81489"/>
                          <a14:foregroundMark x1="16497" y1="81489" x2="18020" y2="82766"/>
                          <a14:foregroundMark x1="3553" y1="44894" x2="9391" y2="88723"/>
                          <a14:foregroundMark x1="23858" y1="73617" x2="24112" y2="25532"/>
                          <a14:foregroundMark x1="24112" y1="25532" x2="24873" y2="26596"/>
                          <a14:backgroundMark x1="77157" y1="16170" x2="79442" y2="18085"/>
                          <a14:backgroundMark x1="82741" y1="22340" x2="77411" y2="17234"/>
                          <a14:backgroundMark x1="80203" y1="80426" x2="76396" y2="82766"/>
                        </a14:backgroundRemoval>
                      </a14:imgEffect>
                    </a14:imgLayer>
                  </a14:imgProps>
                </a:ext>
              </a:extLst>
            </a:blip>
            <a:srcRect l="1044" t="13637" r="16241" b="13268"/>
            <a:stretch/>
          </p:blipFill>
          <p:spPr>
            <a:xfrm>
              <a:off x="3681864" y="1853264"/>
              <a:ext cx="2707900" cy="285455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13BF5F-07A6-EA36-430A-32391E4C700A}"/>
                </a:ext>
              </a:extLst>
            </p:cNvPr>
            <p:cNvSpPr/>
            <p:nvPr/>
          </p:nvSpPr>
          <p:spPr bwMode="auto">
            <a:xfrm>
              <a:off x="5663380" y="1263445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C0FECCC-ED87-A2A5-D1ED-626F44AC19F4}"/>
                </a:ext>
              </a:extLst>
            </p:cNvPr>
            <p:cNvSpPr/>
            <p:nvPr/>
          </p:nvSpPr>
          <p:spPr bwMode="auto">
            <a:xfrm>
              <a:off x="6314766" y="2013154"/>
              <a:ext cx="730045" cy="285627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1FED5C1-137E-0AB0-AC65-39D4E40C1DA2}"/>
                </a:ext>
              </a:extLst>
            </p:cNvPr>
            <p:cNvSpPr/>
            <p:nvPr/>
          </p:nvSpPr>
          <p:spPr bwMode="auto">
            <a:xfrm rot="5160000">
              <a:off x="6216444" y="1558412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6ED651-0A46-C2F3-F4CD-F512C69E7677}"/>
                </a:ext>
              </a:extLst>
            </p:cNvPr>
            <p:cNvSpPr/>
            <p:nvPr/>
          </p:nvSpPr>
          <p:spPr bwMode="auto">
            <a:xfrm rot="5160000">
              <a:off x="5773992" y="4409767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8D1B330-DF67-961C-BD85-E8AE67DC9406}"/>
                </a:ext>
              </a:extLst>
            </p:cNvPr>
            <p:cNvSpPr/>
            <p:nvPr/>
          </p:nvSpPr>
          <p:spPr bwMode="auto">
            <a:xfrm rot="2520000">
              <a:off x="5946056" y="4139379"/>
              <a:ext cx="730045" cy="9144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SzPct val="115000"/>
              </a:pPr>
              <a:endParaRPr lang="en-US" sz="2400" err="1">
                <a:latin typeface="+mn-lt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80D42E5-95E4-45FF-572F-7005B9E47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21" y="1366271"/>
            <a:ext cx="6716062" cy="23053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5DBAC2-A413-93E3-31C9-E8AD3E83E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21" y="3867421"/>
            <a:ext cx="5811061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7826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177896D4-B446-B9BA-7F93-31529733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50992F-E05A-DB85-D54E-1B619392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Example CLI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A461D4-9F27-6666-9D88-0116FA8C8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Clr>
                <a:srgbClr val="FFFFFF">
                  <a:lumMod val="50000"/>
                </a:srgbClr>
              </a:buClr>
              <a:buNone/>
            </a:pPr>
            <a:r>
              <a:rPr lang="en-US" sz="1600" dirty="0">
                <a:latin typeface="Arial"/>
                <a:cs typeface="Arial"/>
              </a:rPr>
              <a:t>help  - Show available commands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query &lt;text&gt;  - Run threat hunting query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refine [opts] - Refine last results (threshold=, limit=, focus=)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history       - Show query history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stats         - Show session statistics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clear         - Clear screen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exit/quit     - Exit interactive mode</a:t>
            </a:r>
          </a:p>
          <a:p>
            <a:pPr marL="575945" lvl="1">
              <a:buClr>
                <a:srgbClr val="808080"/>
              </a:buClr>
            </a:pPr>
            <a:endParaRPr lang="en-US" sz="1600" dirty="0">
              <a:latin typeface="Arial"/>
              <a:cs typeface="Arial"/>
            </a:endParaRP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🔍 threat-hunt&gt; </a:t>
            </a:r>
            <a:r>
              <a:rPr lang="en-US" sz="1600" b="1" dirty="0">
                <a:solidFill>
                  <a:schemeClr val="tx2"/>
                </a:solidFill>
                <a:latin typeface="Arial"/>
                <a:cs typeface="Arial"/>
              </a:rPr>
              <a:t>Find emails with suspicious attachment names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🔍 Processing query: 'Find emails with suspicious attachment names'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Method: hybrid, Max results: 10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⏱️  Processed in 9.218s | Found 10 results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================================================================================</a:t>
            </a:r>
          </a:p>
          <a:p>
            <a:pPr marL="575945" lvl="1">
              <a:buClr>
                <a:srgbClr val="808080"/>
              </a:buClr>
            </a:pPr>
            <a:endParaRPr lang="en-US" sz="1600" dirty="0">
              <a:latin typeface="Arial"/>
              <a:cs typeface="Arial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49B11BA-1DF2-557A-D604-5554D78188E9}"/>
              </a:ext>
            </a:extLst>
          </p:cNvPr>
          <p:cNvGrpSpPr/>
          <p:nvPr/>
        </p:nvGrpSpPr>
        <p:grpSpPr>
          <a:xfrm>
            <a:off x="-888" y="5610106"/>
            <a:ext cx="1721397" cy="676949"/>
            <a:chOff x="4910086" y="2966800"/>
            <a:chExt cx="6774085" cy="153511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679C377-FB28-D711-5643-668B0ABBE7AA}"/>
                </a:ext>
              </a:extLst>
            </p:cNvPr>
            <p:cNvGrpSpPr/>
            <p:nvPr/>
          </p:nvGrpSpPr>
          <p:grpSpPr>
            <a:xfrm>
              <a:off x="4910086" y="2966800"/>
              <a:ext cx="4576985" cy="1535113"/>
              <a:chOff x="4905690" y="3459163"/>
              <a:chExt cx="4576985" cy="1535113"/>
            </a:xfrm>
          </p:grpSpPr>
          <p:sp>
            <p:nvSpPr>
              <p:cNvPr id="35" name="Freeform 2">
                <a:extLst>
                  <a:ext uri="{FF2B5EF4-FFF2-40B4-BE49-F238E27FC236}">
                    <a16:creationId xmlns:a16="http://schemas.microsoft.com/office/drawing/2014/main" id="{0BE5B42F-21B4-BD74-99B8-DBB6CC167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6457" y="3459163"/>
                <a:ext cx="4536218" cy="1535113"/>
              </a:xfrm>
              <a:custGeom>
                <a:avLst/>
                <a:gdLst>
                  <a:gd name="T0" fmla="*/ 1052 w 1052"/>
                  <a:gd name="T1" fmla="*/ 77 h 230"/>
                  <a:gd name="T2" fmla="*/ 985 w 1052"/>
                  <a:gd name="T3" fmla="*/ 21 h 230"/>
                  <a:gd name="T4" fmla="*/ 1004 w 1052"/>
                  <a:gd name="T5" fmla="*/ 53 h 230"/>
                  <a:gd name="T6" fmla="*/ 964 w 1052"/>
                  <a:gd name="T7" fmla="*/ 30 h 230"/>
                  <a:gd name="T8" fmla="*/ 985 w 1052"/>
                  <a:gd name="T9" fmla="*/ 46 h 230"/>
                  <a:gd name="T10" fmla="*/ 905 w 1052"/>
                  <a:gd name="T11" fmla="*/ 0 h 230"/>
                  <a:gd name="T12" fmla="*/ 958 w 1052"/>
                  <a:gd name="T13" fmla="*/ 52 h 230"/>
                  <a:gd name="T14" fmla="*/ 906 w 1052"/>
                  <a:gd name="T15" fmla="*/ 45 h 230"/>
                  <a:gd name="T16" fmla="*/ 938 w 1052"/>
                  <a:gd name="T17" fmla="*/ 60 h 230"/>
                  <a:gd name="T18" fmla="*/ 875 w 1052"/>
                  <a:gd name="T19" fmla="*/ 65 h 230"/>
                  <a:gd name="T20" fmla="*/ 904 w 1052"/>
                  <a:gd name="T21" fmla="*/ 77 h 230"/>
                  <a:gd name="T22" fmla="*/ 875 w 1052"/>
                  <a:gd name="T23" fmla="*/ 78 h 230"/>
                  <a:gd name="T24" fmla="*/ 892 w 1052"/>
                  <a:gd name="T25" fmla="*/ 82 h 230"/>
                  <a:gd name="T26" fmla="*/ 862 w 1052"/>
                  <a:gd name="T27" fmla="*/ 79 h 230"/>
                  <a:gd name="T28" fmla="*/ 0 w 1052"/>
                  <a:gd name="T29" fmla="*/ 79 h 230"/>
                  <a:gd name="T30" fmla="*/ 0 w 1052"/>
                  <a:gd name="T31" fmla="*/ 115 h 230"/>
                  <a:gd name="T32" fmla="*/ 0 w 1052"/>
                  <a:gd name="T33" fmla="*/ 116 h 230"/>
                  <a:gd name="T34" fmla="*/ 0 w 1052"/>
                  <a:gd name="T35" fmla="*/ 151 h 230"/>
                  <a:gd name="T36" fmla="*/ 862 w 1052"/>
                  <a:gd name="T37" fmla="*/ 151 h 230"/>
                  <a:gd name="T38" fmla="*/ 892 w 1052"/>
                  <a:gd name="T39" fmla="*/ 149 h 230"/>
                  <a:gd name="T40" fmla="*/ 875 w 1052"/>
                  <a:gd name="T41" fmla="*/ 152 h 230"/>
                  <a:gd name="T42" fmla="*/ 904 w 1052"/>
                  <a:gd name="T43" fmla="*/ 154 h 230"/>
                  <a:gd name="T44" fmla="*/ 875 w 1052"/>
                  <a:gd name="T45" fmla="*/ 165 h 230"/>
                  <a:gd name="T46" fmla="*/ 938 w 1052"/>
                  <a:gd name="T47" fmla="*/ 170 h 230"/>
                  <a:gd name="T48" fmla="*/ 906 w 1052"/>
                  <a:gd name="T49" fmla="*/ 185 h 230"/>
                  <a:gd name="T50" fmla="*/ 958 w 1052"/>
                  <a:gd name="T51" fmla="*/ 178 h 230"/>
                  <a:gd name="T52" fmla="*/ 905 w 1052"/>
                  <a:gd name="T53" fmla="*/ 230 h 230"/>
                  <a:gd name="T54" fmla="*/ 985 w 1052"/>
                  <a:gd name="T55" fmla="*/ 184 h 230"/>
                  <a:gd name="T56" fmla="*/ 964 w 1052"/>
                  <a:gd name="T57" fmla="*/ 200 h 230"/>
                  <a:gd name="T58" fmla="*/ 1004 w 1052"/>
                  <a:gd name="T59" fmla="*/ 177 h 230"/>
                  <a:gd name="T60" fmla="*/ 985 w 1052"/>
                  <a:gd name="T61" fmla="*/ 209 h 230"/>
                  <a:gd name="T62" fmla="*/ 1052 w 1052"/>
                  <a:gd name="T63" fmla="*/ 153 h 230"/>
                  <a:gd name="T64" fmla="*/ 1050 w 1052"/>
                  <a:gd name="T65" fmla="*/ 115 h 230"/>
                  <a:gd name="T66" fmla="*/ 1052 w 1052"/>
                  <a:gd name="T67" fmla="*/ 77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52" h="230">
                    <a:moveTo>
                      <a:pt x="1052" y="77"/>
                    </a:moveTo>
                    <a:cubicBezTo>
                      <a:pt x="1030" y="58"/>
                      <a:pt x="1008" y="39"/>
                      <a:pt x="985" y="21"/>
                    </a:cubicBezTo>
                    <a:cubicBezTo>
                      <a:pt x="990" y="32"/>
                      <a:pt x="997" y="43"/>
                      <a:pt x="1004" y="53"/>
                    </a:cubicBezTo>
                    <a:cubicBezTo>
                      <a:pt x="990" y="47"/>
                      <a:pt x="977" y="39"/>
                      <a:pt x="964" y="30"/>
                    </a:cubicBezTo>
                    <a:cubicBezTo>
                      <a:pt x="971" y="35"/>
                      <a:pt x="978" y="41"/>
                      <a:pt x="985" y="46"/>
                    </a:cubicBezTo>
                    <a:cubicBezTo>
                      <a:pt x="958" y="32"/>
                      <a:pt x="931" y="16"/>
                      <a:pt x="905" y="0"/>
                    </a:cubicBezTo>
                    <a:cubicBezTo>
                      <a:pt x="929" y="25"/>
                      <a:pt x="938" y="32"/>
                      <a:pt x="958" y="52"/>
                    </a:cubicBezTo>
                    <a:cubicBezTo>
                      <a:pt x="941" y="50"/>
                      <a:pt x="923" y="48"/>
                      <a:pt x="906" y="45"/>
                    </a:cubicBezTo>
                    <a:cubicBezTo>
                      <a:pt x="922" y="53"/>
                      <a:pt x="926" y="55"/>
                      <a:pt x="938" y="60"/>
                    </a:cubicBezTo>
                    <a:cubicBezTo>
                      <a:pt x="915" y="62"/>
                      <a:pt x="900" y="63"/>
                      <a:pt x="875" y="65"/>
                    </a:cubicBezTo>
                    <a:cubicBezTo>
                      <a:pt x="884" y="70"/>
                      <a:pt x="894" y="73"/>
                      <a:pt x="904" y="77"/>
                    </a:cubicBezTo>
                    <a:cubicBezTo>
                      <a:pt x="894" y="77"/>
                      <a:pt x="885" y="78"/>
                      <a:pt x="875" y="78"/>
                    </a:cubicBezTo>
                    <a:cubicBezTo>
                      <a:pt x="881" y="79"/>
                      <a:pt x="887" y="81"/>
                      <a:pt x="892" y="82"/>
                    </a:cubicBezTo>
                    <a:cubicBezTo>
                      <a:pt x="882" y="80"/>
                      <a:pt x="872" y="79"/>
                      <a:pt x="862" y="79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862" y="151"/>
                      <a:pt x="862" y="151"/>
                      <a:pt x="862" y="151"/>
                    </a:cubicBezTo>
                    <a:cubicBezTo>
                      <a:pt x="872" y="151"/>
                      <a:pt x="882" y="150"/>
                      <a:pt x="892" y="149"/>
                    </a:cubicBezTo>
                    <a:cubicBezTo>
                      <a:pt x="887" y="150"/>
                      <a:pt x="881" y="151"/>
                      <a:pt x="875" y="152"/>
                    </a:cubicBezTo>
                    <a:cubicBezTo>
                      <a:pt x="885" y="152"/>
                      <a:pt x="894" y="153"/>
                      <a:pt x="904" y="154"/>
                    </a:cubicBezTo>
                    <a:cubicBezTo>
                      <a:pt x="894" y="157"/>
                      <a:pt x="884" y="161"/>
                      <a:pt x="875" y="165"/>
                    </a:cubicBezTo>
                    <a:cubicBezTo>
                      <a:pt x="900" y="168"/>
                      <a:pt x="915" y="168"/>
                      <a:pt x="938" y="170"/>
                    </a:cubicBezTo>
                    <a:cubicBezTo>
                      <a:pt x="926" y="175"/>
                      <a:pt x="922" y="177"/>
                      <a:pt x="906" y="185"/>
                    </a:cubicBezTo>
                    <a:cubicBezTo>
                      <a:pt x="923" y="183"/>
                      <a:pt x="941" y="180"/>
                      <a:pt x="958" y="178"/>
                    </a:cubicBezTo>
                    <a:cubicBezTo>
                      <a:pt x="938" y="199"/>
                      <a:pt x="929" y="205"/>
                      <a:pt x="905" y="230"/>
                    </a:cubicBezTo>
                    <a:cubicBezTo>
                      <a:pt x="931" y="214"/>
                      <a:pt x="958" y="199"/>
                      <a:pt x="985" y="184"/>
                    </a:cubicBezTo>
                    <a:cubicBezTo>
                      <a:pt x="978" y="190"/>
                      <a:pt x="971" y="195"/>
                      <a:pt x="964" y="200"/>
                    </a:cubicBezTo>
                    <a:cubicBezTo>
                      <a:pt x="977" y="191"/>
                      <a:pt x="990" y="183"/>
                      <a:pt x="1004" y="177"/>
                    </a:cubicBezTo>
                    <a:cubicBezTo>
                      <a:pt x="997" y="187"/>
                      <a:pt x="990" y="198"/>
                      <a:pt x="985" y="209"/>
                    </a:cubicBezTo>
                    <a:cubicBezTo>
                      <a:pt x="1008" y="191"/>
                      <a:pt x="1030" y="172"/>
                      <a:pt x="1052" y="153"/>
                    </a:cubicBezTo>
                    <a:cubicBezTo>
                      <a:pt x="1050" y="115"/>
                      <a:pt x="1050" y="115"/>
                      <a:pt x="1050" y="115"/>
                    </a:cubicBezTo>
                    <a:cubicBezTo>
                      <a:pt x="1052" y="77"/>
                      <a:pt x="1052" y="77"/>
                      <a:pt x="1052" y="77"/>
                    </a:cubicBezTo>
                  </a:path>
                </a:pathLst>
              </a:custGeom>
              <a:solidFill>
                <a:srgbClr val="DA157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Freeform 3">
                <a:extLst>
                  <a:ext uri="{FF2B5EF4-FFF2-40B4-BE49-F238E27FC236}">
                    <a16:creationId xmlns:a16="http://schemas.microsoft.com/office/drawing/2014/main" id="{58195B30-F482-D2B7-F908-C951364B90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99838" y="3792538"/>
                <a:ext cx="2362200" cy="868363"/>
              </a:xfrm>
              <a:custGeom>
                <a:avLst/>
                <a:gdLst>
                  <a:gd name="T0" fmla="*/ 353 w 355"/>
                  <a:gd name="T1" fmla="*/ 46 h 130"/>
                  <a:gd name="T2" fmla="*/ 319 w 355"/>
                  <a:gd name="T3" fmla="*/ 14 h 130"/>
                  <a:gd name="T4" fmla="*/ 331 w 355"/>
                  <a:gd name="T5" fmla="*/ 35 h 130"/>
                  <a:gd name="T6" fmla="*/ 278 w 355"/>
                  <a:gd name="T7" fmla="*/ 0 h 130"/>
                  <a:gd name="T8" fmla="*/ 307 w 355"/>
                  <a:gd name="T9" fmla="*/ 38 h 130"/>
                  <a:gd name="T10" fmla="*/ 259 w 355"/>
                  <a:gd name="T11" fmla="*/ 26 h 130"/>
                  <a:gd name="T12" fmla="*/ 279 w 355"/>
                  <a:gd name="T13" fmla="*/ 41 h 130"/>
                  <a:gd name="T14" fmla="*/ 249 w 355"/>
                  <a:gd name="T15" fmla="*/ 37 h 130"/>
                  <a:gd name="T16" fmla="*/ 263 w 355"/>
                  <a:gd name="T17" fmla="*/ 46 h 130"/>
                  <a:gd name="T18" fmla="*/ 240 w 355"/>
                  <a:gd name="T19" fmla="*/ 49 h 130"/>
                  <a:gd name="T20" fmla="*/ 250 w 355"/>
                  <a:gd name="T21" fmla="*/ 53 h 130"/>
                  <a:gd name="T22" fmla="*/ 0 w 355"/>
                  <a:gd name="T23" fmla="*/ 65 h 130"/>
                  <a:gd name="T24" fmla="*/ 250 w 355"/>
                  <a:gd name="T25" fmla="*/ 77 h 130"/>
                  <a:gd name="T26" fmla="*/ 240 w 355"/>
                  <a:gd name="T27" fmla="*/ 81 h 130"/>
                  <a:gd name="T28" fmla="*/ 263 w 355"/>
                  <a:gd name="T29" fmla="*/ 84 h 130"/>
                  <a:gd name="T30" fmla="*/ 249 w 355"/>
                  <a:gd name="T31" fmla="*/ 93 h 130"/>
                  <a:gd name="T32" fmla="*/ 279 w 355"/>
                  <a:gd name="T33" fmla="*/ 89 h 130"/>
                  <a:gd name="T34" fmla="*/ 259 w 355"/>
                  <a:gd name="T35" fmla="*/ 105 h 130"/>
                  <a:gd name="T36" fmla="*/ 307 w 355"/>
                  <a:gd name="T37" fmla="*/ 92 h 130"/>
                  <a:gd name="T38" fmla="*/ 278 w 355"/>
                  <a:gd name="T39" fmla="*/ 130 h 130"/>
                  <a:gd name="T40" fmla="*/ 331 w 355"/>
                  <a:gd name="T41" fmla="*/ 95 h 130"/>
                  <a:gd name="T42" fmla="*/ 319 w 355"/>
                  <a:gd name="T43" fmla="*/ 117 h 130"/>
                  <a:gd name="T44" fmla="*/ 353 w 355"/>
                  <a:gd name="T45" fmla="*/ 84 h 130"/>
                  <a:gd name="T46" fmla="*/ 355 w 355"/>
                  <a:gd name="T47" fmla="*/ 65 h 130"/>
                  <a:gd name="T48" fmla="*/ 353 w 355"/>
                  <a:gd name="T49" fmla="*/ 46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55" h="130">
                    <a:moveTo>
                      <a:pt x="353" y="46"/>
                    </a:moveTo>
                    <a:cubicBezTo>
                      <a:pt x="343" y="35"/>
                      <a:pt x="331" y="24"/>
                      <a:pt x="319" y="14"/>
                    </a:cubicBezTo>
                    <a:cubicBezTo>
                      <a:pt x="323" y="21"/>
                      <a:pt x="327" y="28"/>
                      <a:pt x="331" y="35"/>
                    </a:cubicBezTo>
                    <a:cubicBezTo>
                      <a:pt x="313" y="25"/>
                      <a:pt x="295" y="13"/>
                      <a:pt x="278" y="0"/>
                    </a:cubicBezTo>
                    <a:cubicBezTo>
                      <a:pt x="285" y="14"/>
                      <a:pt x="296" y="26"/>
                      <a:pt x="307" y="38"/>
                    </a:cubicBezTo>
                    <a:cubicBezTo>
                      <a:pt x="291" y="35"/>
                      <a:pt x="275" y="31"/>
                      <a:pt x="259" y="26"/>
                    </a:cubicBezTo>
                    <a:cubicBezTo>
                      <a:pt x="266" y="31"/>
                      <a:pt x="273" y="36"/>
                      <a:pt x="279" y="41"/>
                    </a:cubicBezTo>
                    <a:cubicBezTo>
                      <a:pt x="269" y="40"/>
                      <a:pt x="259" y="38"/>
                      <a:pt x="249" y="37"/>
                    </a:cubicBezTo>
                    <a:cubicBezTo>
                      <a:pt x="253" y="41"/>
                      <a:pt x="258" y="44"/>
                      <a:pt x="263" y="46"/>
                    </a:cubicBezTo>
                    <a:cubicBezTo>
                      <a:pt x="255" y="48"/>
                      <a:pt x="247" y="48"/>
                      <a:pt x="240" y="49"/>
                    </a:cubicBezTo>
                    <a:cubicBezTo>
                      <a:pt x="243" y="50"/>
                      <a:pt x="246" y="52"/>
                      <a:pt x="250" y="53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250" y="77"/>
                      <a:pt x="250" y="77"/>
                      <a:pt x="250" y="77"/>
                    </a:cubicBezTo>
                    <a:cubicBezTo>
                      <a:pt x="246" y="78"/>
                      <a:pt x="243" y="80"/>
                      <a:pt x="240" y="81"/>
                    </a:cubicBezTo>
                    <a:cubicBezTo>
                      <a:pt x="247" y="82"/>
                      <a:pt x="255" y="83"/>
                      <a:pt x="263" y="84"/>
                    </a:cubicBezTo>
                    <a:cubicBezTo>
                      <a:pt x="258" y="86"/>
                      <a:pt x="253" y="89"/>
                      <a:pt x="249" y="93"/>
                    </a:cubicBezTo>
                    <a:cubicBezTo>
                      <a:pt x="259" y="92"/>
                      <a:pt x="269" y="91"/>
                      <a:pt x="279" y="89"/>
                    </a:cubicBezTo>
                    <a:cubicBezTo>
                      <a:pt x="273" y="94"/>
                      <a:pt x="266" y="100"/>
                      <a:pt x="259" y="105"/>
                    </a:cubicBezTo>
                    <a:cubicBezTo>
                      <a:pt x="275" y="99"/>
                      <a:pt x="291" y="95"/>
                      <a:pt x="307" y="92"/>
                    </a:cubicBezTo>
                    <a:cubicBezTo>
                      <a:pt x="296" y="104"/>
                      <a:pt x="285" y="116"/>
                      <a:pt x="278" y="130"/>
                    </a:cubicBezTo>
                    <a:cubicBezTo>
                      <a:pt x="295" y="117"/>
                      <a:pt x="313" y="105"/>
                      <a:pt x="331" y="95"/>
                    </a:cubicBezTo>
                    <a:cubicBezTo>
                      <a:pt x="327" y="102"/>
                      <a:pt x="323" y="109"/>
                      <a:pt x="319" y="117"/>
                    </a:cubicBezTo>
                    <a:cubicBezTo>
                      <a:pt x="331" y="106"/>
                      <a:pt x="343" y="95"/>
                      <a:pt x="353" y="84"/>
                    </a:cubicBezTo>
                    <a:cubicBezTo>
                      <a:pt x="355" y="65"/>
                      <a:pt x="355" y="65"/>
                      <a:pt x="355" y="65"/>
                    </a:cubicBezTo>
                    <a:cubicBezTo>
                      <a:pt x="353" y="46"/>
                      <a:pt x="353" y="46"/>
                      <a:pt x="353" y="4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Freeform 38">
                <a:extLst>
                  <a:ext uri="{FF2B5EF4-FFF2-40B4-BE49-F238E27FC236}">
                    <a16:creationId xmlns:a16="http://schemas.microsoft.com/office/drawing/2014/main" id="{4D304DDF-AD3A-D186-8A86-6EAC7D380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690" y="4346576"/>
                <a:ext cx="4466797" cy="268952"/>
              </a:xfrm>
              <a:custGeom>
                <a:avLst/>
                <a:gdLst>
                  <a:gd name="T0" fmla="*/ 926 w 1029"/>
                  <a:gd name="T1" fmla="*/ 0 h 66"/>
                  <a:gd name="T2" fmla="*/ 817 w 1029"/>
                  <a:gd name="T3" fmla="*/ 1 h 66"/>
                  <a:gd name="T4" fmla="*/ 867 w 1029"/>
                  <a:gd name="T5" fmla="*/ 7 h 66"/>
                  <a:gd name="T6" fmla="*/ 0 w 1029"/>
                  <a:gd name="T7" fmla="*/ 7 h 66"/>
                  <a:gd name="T8" fmla="*/ 0 w 1029"/>
                  <a:gd name="T9" fmla="*/ 15 h 66"/>
                  <a:gd name="T10" fmla="*/ 902 w 1029"/>
                  <a:gd name="T11" fmla="*/ 15 h 66"/>
                  <a:gd name="T12" fmla="*/ 892 w 1029"/>
                  <a:gd name="T13" fmla="*/ 17 h 66"/>
                  <a:gd name="T14" fmla="*/ 911 w 1029"/>
                  <a:gd name="T15" fmla="*/ 18 h 66"/>
                  <a:gd name="T16" fmla="*/ 890 w 1029"/>
                  <a:gd name="T17" fmla="*/ 28 h 66"/>
                  <a:gd name="T18" fmla="*/ 928 w 1029"/>
                  <a:gd name="T19" fmla="*/ 28 h 66"/>
                  <a:gd name="T20" fmla="*/ 944 w 1029"/>
                  <a:gd name="T21" fmla="*/ 28 h 66"/>
                  <a:gd name="T22" fmla="*/ 930 w 1029"/>
                  <a:gd name="T23" fmla="*/ 32 h 66"/>
                  <a:gd name="T24" fmla="*/ 942 w 1029"/>
                  <a:gd name="T25" fmla="*/ 35 h 66"/>
                  <a:gd name="T26" fmla="*/ 929 w 1029"/>
                  <a:gd name="T27" fmla="*/ 43 h 66"/>
                  <a:gd name="T28" fmla="*/ 973 w 1029"/>
                  <a:gd name="T29" fmla="*/ 35 h 66"/>
                  <a:gd name="T30" fmla="*/ 938 w 1029"/>
                  <a:gd name="T31" fmla="*/ 66 h 66"/>
                  <a:gd name="T32" fmla="*/ 965 w 1029"/>
                  <a:gd name="T33" fmla="*/ 52 h 66"/>
                  <a:gd name="T34" fmla="*/ 981 w 1029"/>
                  <a:gd name="T35" fmla="*/ 46 h 66"/>
                  <a:gd name="T36" fmla="*/ 981 w 1029"/>
                  <a:gd name="T37" fmla="*/ 46 h 66"/>
                  <a:gd name="T38" fmla="*/ 981 w 1029"/>
                  <a:gd name="T39" fmla="*/ 51 h 66"/>
                  <a:gd name="T40" fmla="*/ 1009 w 1029"/>
                  <a:gd name="T41" fmla="*/ 34 h 66"/>
                  <a:gd name="T42" fmla="*/ 1000 w 1029"/>
                  <a:gd name="T43" fmla="*/ 54 h 66"/>
                  <a:gd name="T44" fmla="*/ 1029 w 1029"/>
                  <a:gd name="T45" fmla="*/ 28 h 66"/>
                  <a:gd name="T46" fmla="*/ 1029 w 1029"/>
                  <a:gd name="T47" fmla="*/ 16 h 66"/>
                  <a:gd name="T48" fmla="*/ 1009 w 1029"/>
                  <a:gd name="T49" fmla="*/ 34 h 66"/>
                  <a:gd name="T50" fmla="*/ 1019 w 1029"/>
                  <a:gd name="T51" fmla="*/ 16 h 66"/>
                  <a:gd name="T52" fmla="*/ 989 w 1029"/>
                  <a:gd name="T53" fmla="*/ 41 h 66"/>
                  <a:gd name="T54" fmla="*/ 996 w 1029"/>
                  <a:gd name="T55" fmla="*/ 27 h 66"/>
                  <a:gd name="T56" fmla="*/ 968 w 1029"/>
                  <a:gd name="T57" fmla="*/ 47 h 66"/>
                  <a:gd name="T58" fmla="*/ 997 w 1029"/>
                  <a:gd name="T59" fmla="*/ 9 h 66"/>
                  <a:gd name="T60" fmla="*/ 983 w 1029"/>
                  <a:gd name="T61" fmla="*/ 12 h 66"/>
                  <a:gd name="T62" fmla="*/ 950 w 1029"/>
                  <a:gd name="T63" fmla="*/ 32 h 66"/>
                  <a:gd name="T64" fmla="*/ 959 w 1029"/>
                  <a:gd name="T65" fmla="*/ 18 h 66"/>
                  <a:gd name="T66" fmla="*/ 949 w 1029"/>
                  <a:gd name="T67" fmla="*/ 22 h 66"/>
                  <a:gd name="T68" fmla="*/ 966 w 1029"/>
                  <a:gd name="T69" fmla="*/ 8 h 66"/>
                  <a:gd name="T70" fmla="*/ 968 w 1029"/>
                  <a:gd name="T71" fmla="*/ 6 h 66"/>
                  <a:gd name="T72" fmla="*/ 939 w 1029"/>
                  <a:gd name="T73" fmla="*/ 10 h 66"/>
                  <a:gd name="T74" fmla="*/ 945 w 1029"/>
                  <a:gd name="T75" fmla="*/ 5 h 66"/>
                  <a:gd name="T76" fmla="*/ 917 w 1029"/>
                  <a:gd name="T77" fmla="*/ 15 h 66"/>
                  <a:gd name="T78" fmla="*/ 926 w 1029"/>
                  <a:gd name="T7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29" h="66">
                    <a:moveTo>
                      <a:pt x="926" y="0"/>
                    </a:moveTo>
                    <a:cubicBezTo>
                      <a:pt x="817" y="1"/>
                      <a:pt x="817" y="1"/>
                      <a:pt x="817" y="1"/>
                    </a:cubicBezTo>
                    <a:cubicBezTo>
                      <a:pt x="867" y="7"/>
                      <a:pt x="867" y="7"/>
                      <a:pt x="867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902" y="15"/>
                      <a:pt x="902" y="15"/>
                      <a:pt x="902" y="15"/>
                    </a:cubicBezTo>
                    <a:cubicBezTo>
                      <a:pt x="892" y="17"/>
                      <a:pt x="892" y="17"/>
                      <a:pt x="892" y="17"/>
                    </a:cubicBezTo>
                    <a:cubicBezTo>
                      <a:pt x="911" y="18"/>
                      <a:pt x="911" y="18"/>
                      <a:pt x="911" y="18"/>
                    </a:cubicBezTo>
                    <a:cubicBezTo>
                      <a:pt x="890" y="28"/>
                      <a:pt x="890" y="28"/>
                      <a:pt x="890" y="28"/>
                    </a:cubicBezTo>
                    <a:cubicBezTo>
                      <a:pt x="928" y="28"/>
                      <a:pt x="928" y="28"/>
                      <a:pt x="928" y="28"/>
                    </a:cubicBezTo>
                    <a:cubicBezTo>
                      <a:pt x="944" y="28"/>
                      <a:pt x="944" y="28"/>
                      <a:pt x="944" y="28"/>
                    </a:cubicBezTo>
                    <a:cubicBezTo>
                      <a:pt x="930" y="32"/>
                      <a:pt x="930" y="32"/>
                      <a:pt x="930" y="32"/>
                    </a:cubicBezTo>
                    <a:cubicBezTo>
                      <a:pt x="942" y="35"/>
                      <a:pt x="942" y="35"/>
                      <a:pt x="942" y="35"/>
                    </a:cubicBezTo>
                    <a:cubicBezTo>
                      <a:pt x="929" y="43"/>
                      <a:pt x="929" y="43"/>
                      <a:pt x="929" y="43"/>
                    </a:cubicBezTo>
                    <a:cubicBezTo>
                      <a:pt x="973" y="35"/>
                      <a:pt x="973" y="35"/>
                      <a:pt x="973" y="35"/>
                    </a:cubicBezTo>
                    <a:cubicBezTo>
                      <a:pt x="938" y="66"/>
                      <a:pt x="938" y="66"/>
                      <a:pt x="938" y="66"/>
                    </a:cubicBezTo>
                    <a:cubicBezTo>
                      <a:pt x="938" y="66"/>
                      <a:pt x="953" y="58"/>
                      <a:pt x="965" y="52"/>
                    </a:cubicBezTo>
                    <a:cubicBezTo>
                      <a:pt x="973" y="49"/>
                      <a:pt x="980" y="46"/>
                      <a:pt x="981" y="46"/>
                    </a:cubicBezTo>
                    <a:cubicBezTo>
                      <a:pt x="981" y="46"/>
                      <a:pt x="981" y="46"/>
                      <a:pt x="981" y="46"/>
                    </a:cubicBezTo>
                    <a:cubicBezTo>
                      <a:pt x="980" y="48"/>
                      <a:pt x="981" y="51"/>
                      <a:pt x="981" y="51"/>
                    </a:cubicBezTo>
                    <a:cubicBezTo>
                      <a:pt x="1009" y="34"/>
                      <a:pt x="1009" y="34"/>
                      <a:pt x="1009" y="34"/>
                    </a:cubicBezTo>
                    <a:cubicBezTo>
                      <a:pt x="1000" y="54"/>
                      <a:pt x="1000" y="54"/>
                      <a:pt x="1000" y="54"/>
                    </a:cubicBezTo>
                    <a:cubicBezTo>
                      <a:pt x="1029" y="28"/>
                      <a:pt x="1029" y="28"/>
                      <a:pt x="1029" y="28"/>
                    </a:cubicBezTo>
                    <a:cubicBezTo>
                      <a:pt x="1029" y="16"/>
                      <a:pt x="1029" y="16"/>
                      <a:pt x="1029" y="16"/>
                    </a:cubicBezTo>
                    <a:cubicBezTo>
                      <a:pt x="1023" y="22"/>
                      <a:pt x="1016" y="28"/>
                      <a:pt x="1009" y="34"/>
                    </a:cubicBezTo>
                    <a:cubicBezTo>
                      <a:pt x="1013" y="28"/>
                      <a:pt x="1016" y="22"/>
                      <a:pt x="1019" y="16"/>
                    </a:cubicBezTo>
                    <a:cubicBezTo>
                      <a:pt x="989" y="41"/>
                      <a:pt x="989" y="41"/>
                      <a:pt x="989" y="41"/>
                    </a:cubicBezTo>
                    <a:cubicBezTo>
                      <a:pt x="996" y="27"/>
                      <a:pt x="996" y="27"/>
                      <a:pt x="996" y="27"/>
                    </a:cubicBezTo>
                    <a:cubicBezTo>
                      <a:pt x="987" y="33"/>
                      <a:pt x="977" y="40"/>
                      <a:pt x="968" y="47"/>
                    </a:cubicBezTo>
                    <a:cubicBezTo>
                      <a:pt x="975" y="33"/>
                      <a:pt x="986" y="21"/>
                      <a:pt x="997" y="9"/>
                    </a:cubicBezTo>
                    <a:cubicBezTo>
                      <a:pt x="993" y="10"/>
                      <a:pt x="988" y="11"/>
                      <a:pt x="983" y="12"/>
                    </a:cubicBezTo>
                    <a:cubicBezTo>
                      <a:pt x="950" y="32"/>
                      <a:pt x="950" y="32"/>
                      <a:pt x="950" y="32"/>
                    </a:cubicBezTo>
                    <a:cubicBezTo>
                      <a:pt x="959" y="18"/>
                      <a:pt x="959" y="18"/>
                      <a:pt x="959" y="18"/>
                    </a:cubicBezTo>
                    <a:cubicBezTo>
                      <a:pt x="956" y="19"/>
                      <a:pt x="953" y="21"/>
                      <a:pt x="949" y="22"/>
                    </a:cubicBezTo>
                    <a:cubicBezTo>
                      <a:pt x="955" y="17"/>
                      <a:pt x="961" y="13"/>
                      <a:pt x="966" y="8"/>
                    </a:cubicBezTo>
                    <a:cubicBezTo>
                      <a:pt x="968" y="6"/>
                      <a:pt x="968" y="6"/>
                      <a:pt x="968" y="6"/>
                    </a:cubicBezTo>
                    <a:cubicBezTo>
                      <a:pt x="958" y="8"/>
                      <a:pt x="948" y="9"/>
                      <a:pt x="939" y="10"/>
                    </a:cubicBezTo>
                    <a:cubicBezTo>
                      <a:pt x="941" y="8"/>
                      <a:pt x="943" y="7"/>
                      <a:pt x="945" y="5"/>
                    </a:cubicBezTo>
                    <a:cubicBezTo>
                      <a:pt x="917" y="15"/>
                      <a:pt x="917" y="15"/>
                      <a:pt x="917" y="15"/>
                    </a:cubicBezTo>
                    <a:cubicBezTo>
                      <a:pt x="926" y="0"/>
                      <a:pt x="926" y="0"/>
                      <a:pt x="926" y="0"/>
                    </a:cubicBezTo>
                  </a:path>
                </a:pathLst>
              </a:custGeom>
              <a:solidFill>
                <a:srgbClr val="ED960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2E6612D-B310-D05D-9B74-DDC7C3A00AA2}"/>
                </a:ext>
              </a:extLst>
            </p:cNvPr>
            <p:cNvGrpSpPr/>
            <p:nvPr/>
          </p:nvGrpSpPr>
          <p:grpSpPr>
            <a:xfrm>
              <a:off x="9380709" y="3030300"/>
              <a:ext cx="2303462" cy="1408113"/>
              <a:chOff x="9376313" y="3565525"/>
              <a:chExt cx="2303462" cy="1408113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BD264AF1-F894-F09F-4403-D286C8DC4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40000" y="3852863"/>
                <a:ext cx="739775" cy="833438"/>
              </a:xfrm>
              <a:custGeom>
                <a:avLst/>
                <a:gdLst>
                  <a:gd name="T0" fmla="*/ 0 w 466"/>
                  <a:gd name="T1" fmla="*/ 0 h 525"/>
                  <a:gd name="T2" fmla="*/ 0 w 466"/>
                  <a:gd name="T3" fmla="*/ 260 h 525"/>
                  <a:gd name="T4" fmla="*/ 0 w 466"/>
                  <a:gd name="T5" fmla="*/ 525 h 525"/>
                  <a:gd name="T6" fmla="*/ 466 w 466"/>
                  <a:gd name="T7" fmla="*/ 260 h 525"/>
                  <a:gd name="T8" fmla="*/ 0 w 466"/>
                  <a:gd name="T9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6" h="525">
                    <a:moveTo>
                      <a:pt x="0" y="0"/>
                    </a:moveTo>
                    <a:lnTo>
                      <a:pt x="0" y="260"/>
                    </a:lnTo>
                    <a:lnTo>
                      <a:pt x="0" y="525"/>
                    </a:lnTo>
                    <a:lnTo>
                      <a:pt x="466" y="2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12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30831E5B-94D4-602A-E80C-6FD8475F9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40000" y="3852863"/>
                <a:ext cx="739775" cy="833438"/>
              </a:xfrm>
              <a:custGeom>
                <a:avLst/>
                <a:gdLst>
                  <a:gd name="T0" fmla="*/ 0 w 466"/>
                  <a:gd name="T1" fmla="*/ 0 h 525"/>
                  <a:gd name="T2" fmla="*/ 0 w 466"/>
                  <a:gd name="T3" fmla="*/ 260 h 525"/>
                  <a:gd name="T4" fmla="*/ 0 w 466"/>
                  <a:gd name="T5" fmla="*/ 525 h 525"/>
                  <a:gd name="T6" fmla="*/ 466 w 466"/>
                  <a:gd name="T7" fmla="*/ 260 h 525"/>
                  <a:gd name="T8" fmla="*/ 0 w 466"/>
                  <a:gd name="T9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6" h="525">
                    <a:moveTo>
                      <a:pt x="0" y="0"/>
                    </a:moveTo>
                    <a:lnTo>
                      <a:pt x="0" y="260"/>
                    </a:lnTo>
                    <a:lnTo>
                      <a:pt x="0" y="525"/>
                    </a:lnTo>
                    <a:lnTo>
                      <a:pt x="466" y="26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1DC38AA-05EA-61A2-4906-59D275CAF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2350" y="3938588"/>
                <a:ext cx="1517650" cy="661988"/>
              </a:xfrm>
              <a:prstGeom prst="rect">
                <a:avLst/>
              </a:prstGeom>
              <a:solidFill>
                <a:srgbClr val="ED9609">
                  <a:lumMod val="40000"/>
                  <a:lumOff val="6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DFC20D3-A4C6-093B-9355-EE4D15847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2350" y="3938588"/>
                <a:ext cx="1517650" cy="661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20644AD9-46DF-7C18-F37E-318470168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6313" y="3565525"/>
                <a:ext cx="585788" cy="373063"/>
              </a:xfrm>
              <a:custGeom>
                <a:avLst/>
                <a:gdLst>
                  <a:gd name="T0" fmla="*/ 369 w 369"/>
                  <a:gd name="T1" fmla="*/ 235 h 235"/>
                  <a:gd name="T2" fmla="*/ 0 w 369"/>
                  <a:gd name="T3" fmla="*/ 0 h 235"/>
                  <a:gd name="T4" fmla="*/ 29 w 369"/>
                  <a:gd name="T5" fmla="*/ 235 h 235"/>
                  <a:gd name="T6" fmla="*/ 369 w 369"/>
                  <a:gd name="T7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9" h="235">
                    <a:moveTo>
                      <a:pt x="369" y="235"/>
                    </a:moveTo>
                    <a:lnTo>
                      <a:pt x="0" y="0"/>
                    </a:lnTo>
                    <a:lnTo>
                      <a:pt x="29" y="235"/>
                    </a:lnTo>
                    <a:lnTo>
                      <a:pt x="369" y="235"/>
                    </a:lnTo>
                    <a:close/>
                  </a:path>
                </a:pathLst>
              </a:custGeom>
              <a:solidFill>
                <a:srgbClr val="00446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A438A787-E27C-2D33-1BF2-77973F2A78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6313" y="4600575"/>
                <a:ext cx="585788" cy="373063"/>
              </a:xfrm>
              <a:custGeom>
                <a:avLst/>
                <a:gdLst>
                  <a:gd name="T0" fmla="*/ 369 w 369"/>
                  <a:gd name="T1" fmla="*/ 0 h 235"/>
                  <a:gd name="T2" fmla="*/ 0 w 369"/>
                  <a:gd name="T3" fmla="*/ 235 h 235"/>
                  <a:gd name="T4" fmla="*/ 29 w 369"/>
                  <a:gd name="T5" fmla="*/ 0 h 235"/>
                  <a:gd name="T6" fmla="*/ 369 w 369"/>
                  <a:gd name="T7" fmla="*/ 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9" h="235">
                    <a:moveTo>
                      <a:pt x="369" y="0"/>
                    </a:moveTo>
                    <a:lnTo>
                      <a:pt x="0" y="235"/>
                    </a:lnTo>
                    <a:lnTo>
                      <a:pt x="29" y="0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00446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9551E65B-B3C3-4FD8-1643-C488BA1E1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6313" y="4600575"/>
                <a:ext cx="585788" cy="373063"/>
              </a:xfrm>
              <a:custGeom>
                <a:avLst/>
                <a:gdLst>
                  <a:gd name="T0" fmla="*/ 369 w 369"/>
                  <a:gd name="T1" fmla="*/ 0 h 235"/>
                  <a:gd name="T2" fmla="*/ 0 w 369"/>
                  <a:gd name="T3" fmla="*/ 235 h 235"/>
                  <a:gd name="T4" fmla="*/ 29 w 369"/>
                  <a:gd name="T5" fmla="*/ 0 h 235"/>
                  <a:gd name="T6" fmla="*/ 369 w 369"/>
                  <a:gd name="T7" fmla="*/ 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9" h="235">
                    <a:moveTo>
                      <a:pt x="369" y="0"/>
                    </a:moveTo>
                    <a:lnTo>
                      <a:pt x="0" y="235"/>
                    </a:lnTo>
                    <a:lnTo>
                      <a:pt x="29" y="0"/>
                    </a:lnTo>
                    <a:lnTo>
                      <a:pt x="3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E71CDE14-3C22-5692-7FD5-67D866B2B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6313" y="4292600"/>
                <a:ext cx="585788" cy="241300"/>
              </a:xfrm>
              <a:custGeom>
                <a:avLst/>
                <a:gdLst>
                  <a:gd name="T0" fmla="*/ 369 w 369"/>
                  <a:gd name="T1" fmla="*/ 0 h 152"/>
                  <a:gd name="T2" fmla="*/ 0 w 369"/>
                  <a:gd name="T3" fmla="*/ 152 h 152"/>
                  <a:gd name="T4" fmla="*/ 29 w 369"/>
                  <a:gd name="T5" fmla="*/ 0 h 152"/>
                  <a:gd name="T6" fmla="*/ 369 w 369"/>
                  <a:gd name="T7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9" h="152">
                    <a:moveTo>
                      <a:pt x="369" y="0"/>
                    </a:moveTo>
                    <a:lnTo>
                      <a:pt x="0" y="152"/>
                    </a:lnTo>
                    <a:lnTo>
                      <a:pt x="29" y="0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FF5A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12">
                <a:extLst>
                  <a:ext uri="{FF2B5EF4-FFF2-40B4-BE49-F238E27FC236}">
                    <a16:creationId xmlns:a16="http://schemas.microsoft.com/office/drawing/2014/main" id="{C8AF3580-DD3F-6B6C-D6DD-DEEFE57ECA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6313" y="4292600"/>
                <a:ext cx="585788" cy="241300"/>
              </a:xfrm>
              <a:custGeom>
                <a:avLst/>
                <a:gdLst>
                  <a:gd name="T0" fmla="*/ 369 w 369"/>
                  <a:gd name="T1" fmla="*/ 0 h 152"/>
                  <a:gd name="T2" fmla="*/ 0 w 369"/>
                  <a:gd name="T3" fmla="*/ 152 h 152"/>
                  <a:gd name="T4" fmla="*/ 29 w 369"/>
                  <a:gd name="T5" fmla="*/ 0 h 152"/>
                  <a:gd name="T6" fmla="*/ 369 w 369"/>
                  <a:gd name="T7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9" h="152">
                    <a:moveTo>
                      <a:pt x="369" y="0"/>
                    </a:moveTo>
                    <a:lnTo>
                      <a:pt x="0" y="152"/>
                    </a:lnTo>
                    <a:lnTo>
                      <a:pt x="29" y="0"/>
                    </a:lnTo>
                    <a:lnTo>
                      <a:pt x="3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Freeform 13">
                <a:extLst>
                  <a:ext uri="{FF2B5EF4-FFF2-40B4-BE49-F238E27FC236}">
                    <a16:creationId xmlns:a16="http://schemas.microsoft.com/office/drawing/2014/main" id="{EAF3668C-F1FE-93F5-E9D6-9B56E3F13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6313" y="4252913"/>
                <a:ext cx="585788" cy="193675"/>
              </a:xfrm>
              <a:custGeom>
                <a:avLst/>
                <a:gdLst>
                  <a:gd name="T0" fmla="*/ 369 w 369"/>
                  <a:gd name="T1" fmla="*/ 0 h 122"/>
                  <a:gd name="T2" fmla="*/ 0 w 369"/>
                  <a:gd name="T3" fmla="*/ 122 h 122"/>
                  <a:gd name="T4" fmla="*/ 29 w 369"/>
                  <a:gd name="T5" fmla="*/ 0 h 122"/>
                  <a:gd name="T6" fmla="*/ 369 w 369"/>
                  <a:gd name="T7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9" h="122">
                    <a:moveTo>
                      <a:pt x="369" y="0"/>
                    </a:moveTo>
                    <a:lnTo>
                      <a:pt x="0" y="122"/>
                    </a:lnTo>
                    <a:lnTo>
                      <a:pt x="29" y="0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00446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Freeform 14">
                <a:extLst>
                  <a:ext uri="{FF2B5EF4-FFF2-40B4-BE49-F238E27FC236}">
                    <a16:creationId xmlns:a16="http://schemas.microsoft.com/office/drawing/2014/main" id="{A2684CE0-EA68-92FB-9221-2F4438233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6313" y="4252913"/>
                <a:ext cx="585788" cy="193675"/>
              </a:xfrm>
              <a:custGeom>
                <a:avLst/>
                <a:gdLst>
                  <a:gd name="T0" fmla="*/ 369 w 369"/>
                  <a:gd name="T1" fmla="*/ 0 h 122"/>
                  <a:gd name="T2" fmla="*/ 0 w 369"/>
                  <a:gd name="T3" fmla="*/ 122 h 122"/>
                  <a:gd name="T4" fmla="*/ 29 w 369"/>
                  <a:gd name="T5" fmla="*/ 0 h 122"/>
                  <a:gd name="T6" fmla="*/ 369 w 369"/>
                  <a:gd name="T7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9" h="122">
                    <a:moveTo>
                      <a:pt x="369" y="0"/>
                    </a:moveTo>
                    <a:lnTo>
                      <a:pt x="0" y="122"/>
                    </a:lnTo>
                    <a:lnTo>
                      <a:pt x="29" y="0"/>
                    </a:lnTo>
                    <a:lnTo>
                      <a:pt x="3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Freeform 15">
                <a:extLst>
                  <a:ext uri="{FF2B5EF4-FFF2-40B4-BE49-F238E27FC236}">
                    <a16:creationId xmlns:a16="http://schemas.microsoft.com/office/drawing/2014/main" id="{D08D91B4-8FC5-5C9D-E2AD-0ED254A5E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6313" y="4250285"/>
                <a:ext cx="585788" cy="280988"/>
              </a:xfrm>
              <a:custGeom>
                <a:avLst/>
                <a:gdLst>
                  <a:gd name="T0" fmla="*/ 369 w 369"/>
                  <a:gd name="T1" fmla="*/ 0 h 177"/>
                  <a:gd name="T2" fmla="*/ 369 w 369"/>
                  <a:gd name="T3" fmla="*/ 25 h 177"/>
                  <a:gd name="T4" fmla="*/ 0 w 369"/>
                  <a:gd name="T5" fmla="*/ 177 h 177"/>
                  <a:gd name="T6" fmla="*/ 0 w 369"/>
                  <a:gd name="T7" fmla="*/ 122 h 177"/>
                  <a:gd name="T8" fmla="*/ 369 w 369"/>
                  <a:gd name="T9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9" h="177">
                    <a:moveTo>
                      <a:pt x="369" y="0"/>
                    </a:moveTo>
                    <a:lnTo>
                      <a:pt x="369" y="25"/>
                    </a:lnTo>
                    <a:lnTo>
                      <a:pt x="0" y="177"/>
                    </a:lnTo>
                    <a:lnTo>
                      <a:pt x="0" y="122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00446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8C96D0E5-F2BE-B368-9CC7-06B68D82D9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6313" y="4252913"/>
                <a:ext cx="585788" cy="280988"/>
              </a:xfrm>
              <a:custGeom>
                <a:avLst/>
                <a:gdLst>
                  <a:gd name="T0" fmla="*/ 369 w 369"/>
                  <a:gd name="T1" fmla="*/ 0 h 177"/>
                  <a:gd name="T2" fmla="*/ 369 w 369"/>
                  <a:gd name="T3" fmla="*/ 25 h 177"/>
                  <a:gd name="T4" fmla="*/ 0 w 369"/>
                  <a:gd name="T5" fmla="*/ 177 h 177"/>
                  <a:gd name="T6" fmla="*/ 0 w 369"/>
                  <a:gd name="T7" fmla="*/ 122 h 177"/>
                  <a:gd name="T8" fmla="*/ 369 w 369"/>
                  <a:gd name="T9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9" h="177">
                    <a:moveTo>
                      <a:pt x="369" y="0"/>
                    </a:moveTo>
                    <a:lnTo>
                      <a:pt x="369" y="25"/>
                    </a:lnTo>
                    <a:lnTo>
                      <a:pt x="0" y="177"/>
                    </a:lnTo>
                    <a:lnTo>
                      <a:pt x="0" y="122"/>
                    </a:lnTo>
                    <a:lnTo>
                      <a:pt x="3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Freeform 17">
                <a:extLst>
                  <a:ext uri="{FF2B5EF4-FFF2-40B4-BE49-F238E27FC236}">
                    <a16:creationId xmlns:a16="http://schemas.microsoft.com/office/drawing/2014/main" id="{83573A32-BE03-0514-9BC2-79AE45F6C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3338" y="3946525"/>
                <a:ext cx="646113" cy="312738"/>
              </a:xfrm>
              <a:custGeom>
                <a:avLst/>
                <a:gdLst>
                  <a:gd name="T0" fmla="*/ 0 w 407"/>
                  <a:gd name="T1" fmla="*/ 0 h 197"/>
                  <a:gd name="T2" fmla="*/ 0 w 407"/>
                  <a:gd name="T3" fmla="*/ 96 h 197"/>
                  <a:gd name="T4" fmla="*/ 407 w 407"/>
                  <a:gd name="T5" fmla="*/ 197 h 197"/>
                  <a:gd name="T6" fmla="*/ 0 w 407"/>
                  <a:gd name="T7" fmla="*/ 0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7" h="197">
                    <a:moveTo>
                      <a:pt x="0" y="0"/>
                    </a:moveTo>
                    <a:lnTo>
                      <a:pt x="0" y="96"/>
                    </a:lnTo>
                    <a:lnTo>
                      <a:pt x="407" y="1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12B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Freeform 18">
                <a:extLst>
                  <a:ext uri="{FF2B5EF4-FFF2-40B4-BE49-F238E27FC236}">
                    <a16:creationId xmlns:a16="http://schemas.microsoft.com/office/drawing/2014/main" id="{6F97EEBF-AD3A-A969-732C-C4095926E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73338" y="3946525"/>
                <a:ext cx="646113" cy="312738"/>
              </a:xfrm>
              <a:custGeom>
                <a:avLst/>
                <a:gdLst>
                  <a:gd name="T0" fmla="*/ 0 w 407"/>
                  <a:gd name="T1" fmla="*/ 0 h 197"/>
                  <a:gd name="T2" fmla="*/ 0 w 407"/>
                  <a:gd name="T3" fmla="*/ 96 h 197"/>
                  <a:gd name="T4" fmla="*/ 407 w 407"/>
                  <a:gd name="T5" fmla="*/ 197 h 197"/>
                  <a:gd name="T6" fmla="*/ 0 w 407"/>
                  <a:gd name="T7" fmla="*/ 0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7" h="197">
                    <a:moveTo>
                      <a:pt x="0" y="0"/>
                    </a:moveTo>
                    <a:lnTo>
                      <a:pt x="0" y="96"/>
                    </a:lnTo>
                    <a:lnTo>
                      <a:pt x="407" y="19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Freeform 19">
                <a:extLst>
                  <a:ext uri="{FF2B5EF4-FFF2-40B4-BE49-F238E27FC236}">
                    <a16:creationId xmlns:a16="http://schemas.microsoft.com/office/drawing/2014/main" id="{B7AF4B2D-78BA-1451-7028-1781FAC5A9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7625" y="4225925"/>
                <a:ext cx="638175" cy="387350"/>
              </a:xfrm>
              <a:custGeom>
                <a:avLst/>
                <a:gdLst>
                  <a:gd name="T0" fmla="*/ 17 w 402"/>
                  <a:gd name="T1" fmla="*/ 68 h 244"/>
                  <a:gd name="T2" fmla="*/ 17 w 402"/>
                  <a:gd name="T3" fmla="*/ 21 h 244"/>
                  <a:gd name="T4" fmla="*/ 348 w 402"/>
                  <a:gd name="T5" fmla="*/ 42 h 244"/>
                  <a:gd name="T6" fmla="*/ 17 w 402"/>
                  <a:gd name="T7" fmla="*/ 68 h 244"/>
                  <a:gd name="T8" fmla="*/ 0 w 402"/>
                  <a:gd name="T9" fmla="*/ 0 h 244"/>
                  <a:gd name="T10" fmla="*/ 0 w 402"/>
                  <a:gd name="T11" fmla="*/ 244 h 244"/>
                  <a:gd name="T12" fmla="*/ 402 w 402"/>
                  <a:gd name="T13" fmla="*/ 34 h 244"/>
                  <a:gd name="T14" fmla="*/ 0 w 402"/>
                  <a:gd name="T15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2" h="244">
                    <a:moveTo>
                      <a:pt x="17" y="68"/>
                    </a:moveTo>
                    <a:lnTo>
                      <a:pt x="17" y="21"/>
                    </a:lnTo>
                    <a:lnTo>
                      <a:pt x="348" y="42"/>
                    </a:lnTo>
                    <a:lnTo>
                      <a:pt x="17" y="68"/>
                    </a:lnTo>
                    <a:close/>
                    <a:moveTo>
                      <a:pt x="0" y="0"/>
                    </a:moveTo>
                    <a:lnTo>
                      <a:pt x="0" y="244"/>
                    </a:lnTo>
                    <a:lnTo>
                      <a:pt x="402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12B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 20">
                <a:extLst>
                  <a:ext uri="{FF2B5EF4-FFF2-40B4-BE49-F238E27FC236}">
                    <a16:creationId xmlns:a16="http://schemas.microsoft.com/office/drawing/2014/main" id="{B377CEEF-BDA8-9E41-1DAE-351CE5535A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7625" y="4225925"/>
                <a:ext cx="638175" cy="387350"/>
              </a:xfrm>
              <a:custGeom>
                <a:avLst/>
                <a:gdLst>
                  <a:gd name="T0" fmla="*/ 17 w 402"/>
                  <a:gd name="T1" fmla="*/ 68 h 244"/>
                  <a:gd name="T2" fmla="*/ 17 w 402"/>
                  <a:gd name="T3" fmla="*/ 21 h 244"/>
                  <a:gd name="T4" fmla="*/ 348 w 402"/>
                  <a:gd name="T5" fmla="*/ 42 h 244"/>
                  <a:gd name="T6" fmla="*/ 17 w 402"/>
                  <a:gd name="T7" fmla="*/ 68 h 244"/>
                  <a:gd name="T8" fmla="*/ 0 w 402"/>
                  <a:gd name="T9" fmla="*/ 0 h 244"/>
                  <a:gd name="T10" fmla="*/ 0 w 402"/>
                  <a:gd name="T11" fmla="*/ 244 h 244"/>
                  <a:gd name="T12" fmla="*/ 402 w 402"/>
                  <a:gd name="T13" fmla="*/ 34 h 244"/>
                  <a:gd name="T14" fmla="*/ 0 w 402"/>
                  <a:gd name="T15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2" h="244">
                    <a:moveTo>
                      <a:pt x="17" y="68"/>
                    </a:moveTo>
                    <a:lnTo>
                      <a:pt x="17" y="21"/>
                    </a:lnTo>
                    <a:lnTo>
                      <a:pt x="348" y="42"/>
                    </a:lnTo>
                    <a:lnTo>
                      <a:pt x="17" y="68"/>
                    </a:lnTo>
                    <a:moveTo>
                      <a:pt x="0" y="0"/>
                    </a:moveTo>
                    <a:lnTo>
                      <a:pt x="0" y="244"/>
                    </a:lnTo>
                    <a:lnTo>
                      <a:pt x="402" y="3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Freeform 22">
                <a:extLst>
                  <a:ext uri="{FF2B5EF4-FFF2-40B4-BE49-F238E27FC236}">
                    <a16:creationId xmlns:a16="http://schemas.microsoft.com/office/drawing/2014/main" id="{84E5626D-E4A2-2B4B-D226-720632AAD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14613" y="4259263"/>
                <a:ext cx="525463" cy="74613"/>
              </a:xfrm>
              <a:custGeom>
                <a:avLst/>
                <a:gdLst>
                  <a:gd name="T0" fmla="*/ 0 w 331"/>
                  <a:gd name="T1" fmla="*/ 0 h 47"/>
                  <a:gd name="T2" fmla="*/ 0 w 331"/>
                  <a:gd name="T3" fmla="*/ 47 h 47"/>
                  <a:gd name="T4" fmla="*/ 331 w 331"/>
                  <a:gd name="T5" fmla="*/ 21 h 47"/>
                  <a:gd name="T6" fmla="*/ 0 w 33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1" h="47">
                    <a:moveTo>
                      <a:pt x="0" y="0"/>
                    </a:moveTo>
                    <a:lnTo>
                      <a:pt x="0" y="47"/>
                    </a:lnTo>
                    <a:lnTo>
                      <a:pt x="331" y="2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Freeform 23">
                <a:extLst>
                  <a:ext uri="{FF2B5EF4-FFF2-40B4-BE49-F238E27FC236}">
                    <a16:creationId xmlns:a16="http://schemas.microsoft.com/office/drawing/2014/main" id="{4C4E3983-632D-08C3-D86B-3FF845A10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2038" y="4352925"/>
                <a:ext cx="1458913" cy="227013"/>
              </a:xfrm>
              <a:custGeom>
                <a:avLst/>
                <a:gdLst>
                  <a:gd name="T0" fmla="*/ 215 w 219"/>
                  <a:gd name="T1" fmla="*/ 0 h 34"/>
                  <a:gd name="T2" fmla="*/ 72 w 219"/>
                  <a:gd name="T3" fmla="*/ 0 h 34"/>
                  <a:gd name="T4" fmla="*/ 59 w 219"/>
                  <a:gd name="T5" fmla="*/ 5 h 34"/>
                  <a:gd name="T6" fmla="*/ 0 w 219"/>
                  <a:gd name="T7" fmla="*/ 34 h 34"/>
                  <a:gd name="T8" fmla="*/ 219 w 219"/>
                  <a:gd name="T9" fmla="*/ 34 h 34"/>
                  <a:gd name="T10" fmla="*/ 215 w 219"/>
                  <a:gd name="T11" fmla="*/ 34 h 34"/>
                  <a:gd name="T12" fmla="*/ 215 w 219"/>
                  <a:gd name="T13" fmla="*/ 13 h 34"/>
                  <a:gd name="T14" fmla="*/ 211 w 219"/>
                  <a:gd name="T15" fmla="*/ 9 h 34"/>
                  <a:gd name="T16" fmla="*/ 53 w 219"/>
                  <a:gd name="T17" fmla="*/ 10 h 34"/>
                  <a:gd name="T18" fmla="*/ 74 w 219"/>
                  <a:gd name="T19" fmla="*/ 3 h 34"/>
                  <a:gd name="T20" fmla="*/ 215 w 219"/>
                  <a:gd name="T21" fmla="*/ 3 h 34"/>
                  <a:gd name="T22" fmla="*/ 215 w 219"/>
                  <a:gd name="T23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9" h="34">
                    <a:moveTo>
                      <a:pt x="215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59" y="5"/>
                      <a:pt x="59" y="5"/>
                      <a:pt x="59" y="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219" y="34"/>
                      <a:pt x="219" y="34"/>
                      <a:pt x="219" y="34"/>
                    </a:cubicBezTo>
                    <a:cubicBezTo>
                      <a:pt x="215" y="34"/>
                      <a:pt x="215" y="34"/>
                      <a:pt x="215" y="34"/>
                    </a:cubicBezTo>
                    <a:cubicBezTo>
                      <a:pt x="215" y="13"/>
                      <a:pt x="215" y="13"/>
                      <a:pt x="215" y="13"/>
                    </a:cubicBezTo>
                    <a:cubicBezTo>
                      <a:pt x="213" y="10"/>
                      <a:pt x="211" y="9"/>
                      <a:pt x="211" y="9"/>
                    </a:cubicBezTo>
                    <a:cubicBezTo>
                      <a:pt x="53" y="10"/>
                      <a:pt x="53" y="10"/>
                      <a:pt x="53" y="10"/>
                    </a:cubicBezTo>
                    <a:cubicBezTo>
                      <a:pt x="74" y="3"/>
                      <a:pt x="74" y="3"/>
                      <a:pt x="74" y="3"/>
                    </a:cubicBezTo>
                    <a:cubicBezTo>
                      <a:pt x="215" y="3"/>
                      <a:pt x="215" y="3"/>
                      <a:pt x="215" y="3"/>
                    </a:cubicBezTo>
                    <a:cubicBezTo>
                      <a:pt x="215" y="0"/>
                      <a:pt x="215" y="0"/>
                      <a:pt x="215" y="0"/>
                    </a:cubicBezTo>
                  </a:path>
                </a:pathLst>
              </a:custGeom>
              <a:solidFill>
                <a:srgbClr val="ED9609">
                  <a:lumMod val="60000"/>
                  <a:lumOff val="4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Freeform 42">
                <a:extLst>
                  <a:ext uri="{FF2B5EF4-FFF2-40B4-BE49-F238E27FC236}">
                    <a16:creationId xmlns:a16="http://schemas.microsoft.com/office/drawing/2014/main" id="{DD86CEA6-19FB-F57B-EE62-9B388FDB4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1306" y="3946525"/>
                <a:ext cx="1112345" cy="633413"/>
              </a:xfrm>
              <a:custGeom>
                <a:avLst/>
                <a:gdLst>
                  <a:gd name="connsiteX0" fmla="*/ 139729 w 1112345"/>
                  <a:gd name="connsiteY0" fmla="*/ 427038 h 633413"/>
                  <a:gd name="connsiteX1" fmla="*/ 1077913 w 1112345"/>
                  <a:gd name="connsiteY1" fmla="*/ 427038 h 633413"/>
                  <a:gd name="connsiteX2" fmla="*/ 1077913 w 1112345"/>
                  <a:gd name="connsiteY2" fmla="*/ 493713 h 633413"/>
                  <a:gd name="connsiteX3" fmla="*/ 1051298 w 1112345"/>
                  <a:gd name="connsiteY3" fmla="*/ 467043 h 633413"/>
                  <a:gd name="connsiteX4" fmla="*/ 0 w 1112345"/>
                  <a:gd name="connsiteY4" fmla="*/ 473711 h 633413"/>
                  <a:gd name="connsiteX5" fmla="*/ 139729 w 1112345"/>
                  <a:gd name="connsiteY5" fmla="*/ 427038 h 633413"/>
                  <a:gd name="connsiteX6" fmla="*/ 1072657 w 1112345"/>
                  <a:gd name="connsiteY6" fmla="*/ 0 h 633413"/>
                  <a:gd name="connsiteX7" fmla="*/ 1112345 w 1112345"/>
                  <a:gd name="connsiteY7" fmla="*/ 0 h 633413"/>
                  <a:gd name="connsiteX8" fmla="*/ 1112345 w 1112345"/>
                  <a:gd name="connsiteY8" fmla="*/ 633413 h 633413"/>
                  <a:gd name="connsiteX9" fmla="*/ 1099645 w 1112345"/>
                  <a:gd name="connsiteY9" fmla="*/ 633413 h 633413"/>
                  <a:gd name="connsiteX10" fmla="*/ 1072657 w 1112345"/>
                  <a:gd name="connsiteY10" fmla="*/ 633413 h 633413"/>
                  <a:gd name="connsiteX11" fmla="*/ 1072657 w 1112345"/>
                  <a:gd name="connsiteY11" fmla="*/ 493199 h 633413"/>
                  <a:gd name="connsiteX12" fmla="*/ 1079404 w 1112345"/>
                  <a:gd name="connsiteY12" fmla="*/ 526584 h 633413"/>
                  <a:gd name="connsiteX13" fmla="*/ 1079404 w 1112345"/>
                  <a:gd name="connsiteY13" fmla="*/ 426431 h 633413"/>
                  <a:gd name="connsiteX14" fmla="*/ 1072657 w 1112345"/>
                  <a:gd name="connsiteY14" fmla="*/ 426431 h 633413"/>
                  <a:gd name="connsiteX15" fmla="*/ 1072657 w 1112345"/>
                  <a:gd name="connsiteY15" fmla="*/ 406401 h 633413"/>
                  <a:gd name="connsiteX16" fmla="*/ 1072657 w 1112345"/>
                  <a:gd name="connsiteY16" fmla="*/ 406400 h 633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2345" h="633413">
                    <a:moveTo>
                      <a:pt x="139729" y="427038"/>
                    </a:moveTo>
                    <a:cubicBezTo>
                      <a:pt x="139729" y="427038"/>
                      <a:pt x="139729" y="427038"/>
                      <a:pt x="1077913" y="427038"/>
                    </a:cubicBezTo>
                    <a:cubicBezTo>
                      <a:pt x="1077913" y="427038"/>
                      <a:pt x="1077913" y="427038"/>
                      <a:pt x="1077913" y="493713"/>
                    </a:cubicBezTo>
                    <a:cubicBezTo>
                      <a:pt x="1064605" y="473711"/>
                      <a:pt x="1051298" y="467043"/>
                      <a:pt x="1051298" y="467043"/>
                    </a:cubicBezTo>
                    <a:cubicBezTo>
                      <a:pt x="1051298" y="467043"/>
                      <a:pt x="1051298" y="467043"/>
                      <a:pt x="0" y="473711"/>
                    </a:cubicBezTo>
                    <a:cubicBezTo>
                      <a:pt x="0" y="473711"/>
                      <a:pt x="0" y="473711"/>
                      <a:pt x="139729" y="427038"/>
                    </a:cubicBezTo>
                    <a:close/>
                    <a:moveTo>
                      <a:pt x="1072657" y="0"/>
                    </a:moveTo>
                    <a:lnTo>
                      <a:pt x="1112345" y="0"/>
                    </a:lnTo>
                    <a:lnTo>
                      <a:pt x="1112345" y="633413"/>
                    </a:lnTo>
                    <a:lnTo>
                      <a:pt x="1099645" y="633413"/>
                    </a:lnTo>
                    <a:cubicBezTo>
                      <a:pt x="1099645" y="633413"/>
                      <a:pt x="1099645" y="633413"/>
                      <a:pt x="1072657" y="633413"/>
                    </a:cubicBezTo>
                    <a:cubicBezTo>
                      <a:pt x="1072657" y="633413"/>
                      <a:pt x="1072657" y="633413"/>
                      <a:pt x="1072657" y="493199"/>
                    </a:cubicBezTo>
                    <a:cubicBezTo>
                      <a:pt x="1079404" y="499876"/>
                      <a:pt x="1079404" y="513230"/>
                      <a:pt x="1079404" y="526584"/>
                    </a:cubicBezTo>
                    <a:cubicBezTo>
                      <a:pt x="1079404" y="526584"/>
                      <a:pt x="1079404" y="526584"/>
                      <a:pt x="1079404" y="426431"/>
                    </a:cubicBezTo>
                    <a:cubicBezTo>
                      <a:pt x="1079404" y="426431"/>
                      <a:pt x="1079404" y="426431"/>
                      <a:pt x="1072657" y="426431"/>
                    </a:cubicBezTo>
                    <a:lnTo>
                      <a:pt x="1072657" y="406401"/>
                    </a:lnTo>
                    <a:lnTo>
                      <a:pt x="1072657" y="406400"/>
                    </a:lnTo>
                    <a:close/>
                  </a:path>
                </a:pathLst>
              </a:custGeom>
              <a:solidFill>
                <a:srgbClr val="ED960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39FF008-A63C-C192-5B18-58EBC7192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9338" y="4386263"/>
                <a:ext cx="406400" cy="193675"/>
              </a:xfrm>
              <a:custGeom>
                <a:avLst/>
                <a:gdLst>
                  <a:gd name="T0" fmla="*/ 256 w 256"/>
                  <a:gd name="T1" fmla="*/ 0 h 122"/>
                  <a:gd name="T2" fmla="*/ 0 w 256"/>
                  <a:gd name="T3" fmla="*/ 93 h 122"/>
                  <a:gd name="T4" fmla="*/ 0 w 256"/>
                  <a:gd name="T5" fmla="*/ 122 h 122"/>
                  <a:gd name="T6" fmla="*/ 8 w 256"/>
                  <a:gd name="T7" fmla="*/ 122 h 122"/>
                  <a:gd name="T8" fmla="*/ 256 w 256"/>
                  <a:gd name="T9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6" h="122">
                    <a:moveTo>
                      <a:pt x="256" y="0"/>
                    </a:moveTo>
                    <a:lnTo>
                      <a:pt x="0" y="93"/>
                    </a:lnTo>
                    <a:lnTo>
                      <a:pt x="0" y="122"/>
                    </a:lnTo>
                    <a:lnTo>
                      <a:pt x="8" y="122"/>
                    </a:lnTo>
                    <a:lnTo>
                      <a:pt x="25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FDFE4F84-E73B-EFB1-0BA8-299E15E597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422350" y="4606925"/>
                <a:ext cx="500063" cy="100013"/>
              </a:xfrm>
              <a:custGeom>
                <a:avLst/>
                <a:gdLst>
                  <a:gd name="T0" fmla="*/ 227 w 315"/>
                  <a:gd name="T1" fmla="*/ 8 h 63"/>
                  <a:gd name="T2" fmla="*/ 227 w 315"/>
                  <a:gd name="T3" fmla="*/ 8 h 63"/>
                  <a:gd name="T4" fmla="*/ 13 w 315"/>
                  <a:gd name="T5" fmla="*/ 29 h 63"/>
                  <a:gd name="T6" fmla="*/ 13 w 315"/>
                  <a:gd name="T7" fmla="*/ 8 h 63"/>
                  <a:gd name="T8" fmla="*/ 227 w 315"/>
                  <a:gd name="T9" fmla="*/ 8 h 63"/>
                  <a:gd name="T10" fmla="*/ 315 w 315"/>
                  <a:gd name="T11" fmla="*/ 0 h 63"/>
                  <a:gd name="T12" fmla="*/ 9 w 315"/>
                  <a:gd name="T13" fmla="*/ 0 h 63"/>
                  <a:gd name="T14" fmla="*/ 0 w 315"/>
                  <a:gd name="T15" fmla="*/ 63 h 63"/>
                  <a:gd name="T16" fmla="*/ 315 w 315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5" h="63">
                    <a:moveTo>
                      <a:pt x="227" y="8"/>
                    </a:moveTo>
                    <a:lnTo>
                      <a:pt x="227" y="8"/>
                    </a:lnTo>
                    <a:lnTo>
                      <a:pt x="13" y="29"/>
                    </a:lnTo>
                    <a:lnTo>
                      <a:pt x="13" y="8"/>
                    </a:lnTo>
                    <a:lnTo>
                      <a:pt x="227" y="8"/>
                    </a:lnTo>
                    <a:moveTo>
                      <a:pt x="315" y="0"/>
                    </a:moveTo>
                    <a:lnTo>
                      <a:pt x="9" y="0"/>
                    </a:lnTo>
                    <a:lnTo>
                      <a:pt x="0" y="63"/>
                    </a:lnTo>
                    <a:lnTo>
                      <a:pt x="31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Freeform 30">
                <a:extLst>
                  <a:ext uri="{FF2B5EF4-FFF2-40B4-BE49-F238E27FC236}">
                    <a16:creationId xmlns:a16="http://schemas.microsoft.com/office/drawing/2014/main" id="{30DC4FF1-EDAF-E35F-620F-23A38E566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89013" y="4265613"/>
                <a:ext cx="506413" cy="160338"/>
              </a:xfrm>
              <a:custGeom>
                <a:avLst/>
                <a:gdLst>
                  <a:gd name="T0" fmla="*/ 319 w 319"/>
                  <a:gd name="T1" fmla="*/ 0 h 101"/>
                  <a:gd name="T2" fmla="*/ 13 w 319"/>
                  <a:gd name="T3" fmla="*/ 64 h 101"/>
                  <a:gd name="T4" fmla="*/ 0 w 319"/>
                  <a:gd name="T5" fmla="*/ 101 h 101"/>
                  <a:gd name="T6" fmla="*/ 319 w 319"/>
                  <a:gd name="T7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9" h="101">
                    <a:moveTo>
                      <a:pt x="319" y="0"/>
                    </a:moveTo>
                    <a:lnTo>
                      <a:pt x="13" y="64"/>
                    </a:lnTo>
                    <a:lnTo>
                      <a:pt x="0" y="101"/>
                    </a:lnTo>
                    <a:lnTo>
                      <a:pt x="319" y="0"/>
                    </a:lnTo>
                    <a:close/>
                  </a:path>
                </a:pathLst>
              </a:custGeom>
              <a:solidFill>
                <a:srgbClr val="004467">
                  <a:lumMod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Freeform 31">
                <a:extLst>
                  <a:ext uri="{FF2B5EF4-FFF2-40B4-BE49-F238E27FC236}">
                    <a16:creationId xmlns:a16="http://schemas.microsoft.com/office/drawing/2014/main" id="{B6140821-5F00-C2B1-52D2-A347CD7FC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89013" y="4265613"/>
                <a:ext cx="506413" cy="160338"/>
              </a:xfrm>
              <a:custGeom>
                <a:avLst/>
                <a:gdLst>
                  <a:gd name="T0" fmla="*/ 319 w 319"/>
                  <a:gd name="T1" fmla="*/ 0 h 101"/>
                  <a:gd name="T2" fmla="*/ 13 w 319"/>
                  <a:gd name="T3" fmla="*/ 64 h 101"/>
                  <a:gd name="T4" fmla="*/ 0 w 319"/>
                  <a:gd name="T5" fmla="*/ 101 h 101"/>
                  <a:gd name="T6" fmla="*/ 319 w 319"/>
                  <a:gd name="T7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9" h="101">
                    <a:moveTo>
                      <a:pt x="319" y="0"/>
                    </a:moveTo>
                    <a:lnTo>
                      <a:pt x="13" y="64"/>
                    </a:lnTo>
                    <a:lnTo>
                      <a:pt x="0" y="101"/>
                    </a:lnTo>
                    <a:lnTo>
                      <a:pt x="3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F667650C-E6CC-BDD6-2345-DBD1A249D4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2988" y="4619625"/>
                <a:ext cx="339725" cy="33338"/>
              </a:xfrm>
              <a:custGeom>
                <a:avLst/>
                <a:gdLst>
                  <a:gd name="T0" fmla="*/ 214 w 214"/>
                  <a:gd name="T1" fmla="*/ 0 h 21"/>
                  <a:gd name="T2" fmla="*/ 0 w 214"/>
                  <a:gd name="T3" fmla="*/ 0 h 21"/>
                  <a:gd name="T4" fmla="*/ 0 w 214"/>
                  <a:gd name="T5" fmla="*/ 21 h 21"/>
                  <a:gd name="T6" fmla="*/ 214 w 214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4" h="21">
                    <a:moveTo>
                      <a:pt x="214" y="0"/>
                    </a:moveTo>
                    <a:lnTo>
                      <a:pt x="0" y="0"/>
                    </a:lnTo>
                    <a:lnTo>
                      <a:pt x="0" y="21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004467">
                  <a:lumMod val="5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Freeform 33">
                <a:extLst>
                  <a:ext uri="{FF2B5EF4-FFF2-40B4-BE49-F238E27FC236}">
                    <a16:creationId xmlns:a16="http://schemas.microsoft.com/office/drawing/2014/main" id="{0589E7ED-EE4D-B9D8-2FDF-DCE31EBF3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2988" y="4619625"/>
                <a:ext cx="339725" cy="33338"/>
              </a:xfrm>
              <a:custGeom>
                <a:avLst/>
                <a:gdLst>
                  <a:gd name="T0" fmla="*/ 214 w 214"/>
                  <a:gd name="T1" fmla="*/ 0 h 21"/>
                  <a:gd name="T2" fmla="*/ 0 w 214"/>
                  <a:gd name="T3" fmla="*/ 0 h 21"/>
                  <a:gd name="T4" fmla="*/ 0 w 214"/>
                  <a:gd name="T5" fmla="*/ 21 h 21"/>
                  <a:gd name="T6" fmla="*/ 214 w 214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4" h="21">
                    <a:moveTo>
                      <a:pt x="214" y="0"/>
                    </a:moveTo>
                    <a:lnTo>
                      <a:pt x="0" y="0"/>
                    </a:lnTo>
                    <a:lnTo>
                      <a:pt x="0" y="21"/>
                    </a:lnTo>
                    <a:lnTo>
                      <a:pt x="2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Freeform 35">
                <a:extLst>
                  <a:ext uri="{FF2B5EF4-FFF2-40B4-BE49-F238E27FC236}">
                    <a16:creationId xmlns:a16="http://schemas.microsoft.com/office/drawing/2014/main" id="{B580F569-4316-B1A2-BCBC-93419F758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963" y="3946525"/>
                <a:ext cx="39688" cy="633413"/>
              </a:xfrm>
              <a:custGeom>
                <a:avLst/>
                <a:gdLst>
                  <a:gd name="T0" fmla="*/ 25 w 25"/>
                  <a:gd name="T1" fmla="*/ 0 h 399"/>
                  <a:gd name="T2" fmla="*/ 0 w 25"/>
                  <a:gd name="T3" fmla="*/ 0 h 399"/>
                  <a:gd name="T4" fmla="*/ 0 w 25"/>
                  <a:gd name="T5" fmla="*/ 256 h 399"/>
                  <a:gd name="T6" fmla="*/ 17 w 25"/>
                  <a:gd name="T7" fmla="*/ 256 h 399"/>
                  <a:gd name="T8" fmla="*/ 17 w 25"/>
                  <a:gd name="T9" fmla="*/ 399 h 399"/>
                  <a:gd name="T10" fmla="*/ 25 w 25"/>
                  <a:gd name="T11" fmla="*/ 399 h 399"/>
                  <a:gd name="T12" fmla="*/ 25 w 25"/>
                  <a:gd name="T13" fmla="*/ 0 h 3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399">
                    <a:moveTo>
                      <a:pt x="25" y="0"/>
                    </a:moveTo>
                    <a:lnTo>
                      <a:pt x="0" y="0"/>
                    </a:lnTo>
                    <a:lnTo>
                      <a:pt x="0" y="256"/>
                    </a:lnTo>
                    <a:lnTo>
                      <a:pt x="17" y="256"/>
                    </a:lnTo>
                    <a:lnTo>
                      <a:pt x="17" y="399"/>
                    </a:lnTo>
                    <a:lnTo>
                      <a:pt x="25" y="399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18A8C973-6CFA-E6F2-7919-C18EF72FC64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3724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4E67F-D758-4C10-D553-59097572B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F412FA14-FFFD-63C2-D1E8-A70A582C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987442-019C-95F3-FA9A-4935CEE6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Example CLI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441C42-1BB8-A541-C6DD-F624AA3D1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7345" lvl="1" indent="0">
              <a:buClr>
                <a:srgbClr val="808080"/>
              </a:buClr>
              <a:buNone/>
            </a:pPr>
            <a:endParaRPr lang="en-US" sz="1600" dirty="0">
              <a:latin typeface="Arial"/>
              <a:cs typeface="Arial"/>
            </a:endParaRP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ℹ️ RESULT #1 - LOW RISK (Score: 0.303)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From: no-reply@verify-now.com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Subject: Suspicious Activity Detected - Verify Now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Time: 2025-11-13 04:43:00</a:t>
            </a:r>
          </a:p>
          <a:p>
            <a:pPr marL="575945" lvl="1">
              <a:buClr>
                <a:srgbClr val="808080"/>
              </a:buClr>
            </a:pPr>
            <a:endParaRPr lang="en-US" sz="1600" dirty="0">
              <a:latin typeface="Arial"/>
              <a:cs typeface="Arial"/>
            </a:endParaRP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💡 Analysis: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Overview: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- Threat Level: LOW (0.303)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- Similarity=0.0 | Confidence: 0.43 | Rank: 1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Key Indicators: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- </a:t>
            </a:r>
            <a:r>
              <a:rPr lang="en-US" sz="1600" dirty="0" err="1">
                <a:latin typeface="Arial"/>
                <a:cs typeface="Arial"/>
              </a:rPr>
              <a:t>urgent_language</a:t>
            </a:r>
            <a:r>
              <a:rPr lang="en-US" sz="1600" dirty="0">
                <a:latin typeface="Arial"/>
                <a:cs typeface="Arial"/>
              </a:rPr>
              <a:t> 0.8 – Urgent wording requesting immediate action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- </a:t>
            </a:r>
            <a:r>
              <a:rPr lang="en-US" sz="1600" dirty="0" err="1">
                <a:latin typeface="Arial"/>
                <a:cs typeface="Arial"/>
              </a:rPr>
              <a:t>link_suspicious</a:t>
            </a:r>
            <a:r>
              <a:rPr lang="en-US" sz="1600" dirty="0">
                <a:latin typeface="Arial"/>
                <a:cs typeface="Arial"/>
              </a:rPr>
              <a:t> 0.6 – Link appears obfuscated or mismatched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94D12C60-D9D3-49C5-9DEB-5DFA93A8E7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6924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C8E6-02A6-2B5B-F48A-A99A42DB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35698F8E-AD2B-F600-8D17-712C4282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B8C145-D14A-F9FA-5C23-3D70969A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Example CLI 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D4F911-407A-86A0-45FF-08EDDA43A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7345" lvl="1" indent="0">
              <a:buClr>
                <a:srgbClr val="808080"/>
              </a:buClr>
              <a:buNone/>
            </a:pPr>
            <a:endParaRPr lang="en-US" sz="1600" dirty="0">
              <a:latin typeface="Arial"/>
              <a:cs typeface="Arial"/>
            </a:endParaRP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Risk Summary: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- Multiple moderate indicators; monitor and verify via trusted channel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Recommended Action: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- Low immediate risk; continue monitoring for patterns.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Analysis Detail: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⚠️ HIGH RISK INDICATORS: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  • Contains urgent language requiring immediate action (confidence: 80.0%)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  • Contains suspicious or potentially malicious links (confidence: 60.0%)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⚡ MODERATE RISK INDICATORS: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  • Sent outside typical business hours (confidence: 30.0%)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Email from: no-reply@verify-now.com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   Subject: Suspicious Activity Detected - Verify Now...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🎯 Confidence: 43.0%</a:t>
            </a:r>
          </a:p>
          <a:p>
            <a:pPr marL="575945" lvl="1">
              <a:buClr>
                <a:srgbClr val="808080"/>
              </a:buClr>
            </a:pPr>
            <a:r>
              <a:rPr lang="en-US" sz="1600" dirty="0">
                <a:latin typeface="Arial"/>
                <a:cs typeface="Arial"/>
              </a:rPr>
              <a:t>   🔑 Keywords: suspicious</a:t>
            </a:r>
            <a:endParaRPr lang="en-US" dirty="0">
              <a:latin typeface="Arial"/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4841AFEC-6278-DB8D-E48A-A62040B3B88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816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177896D4-B446-B9BA-7F93-31529733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50992F-E05A-DB85-D54E-1B619392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79814E14-591C-4874-4139-10FD97280AFC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9732948-F5CF-A11C-77F4-4547EC78E88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29DE30-7578-4206-95BC-9924F4D29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95" y="1642079"/>
            <a:ext cx="10231278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0544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DB8E1-31E2-88B5-C9FC-7680933D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E7E1C858-5EC3-8CF0-E341-C73D5DDB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C1691F-39A1-77A4-DD2B-DF737F8C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8C7A0683-A63E-D7CA-5D2C-D65576A9C86A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BBB0CC3A-85C6-A16A-0C50-5FB2644981F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B3D2B-720C-5731-6EF2-5AE213B9B22B}"/>
              </a:ext>
            </a:extLst>
          </p:cNvPr>
          <p:cNvSpPr txBox="1"/>
          <p:nvPr/>
        </p:nvSpPr>
        <p:spPr bwMode="auto">
          <a:xfrm>
            <a:off x="583995" y="1490586"/>
            <a:ext cx="9532278" cy="3477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dirty="0">
                <a:effectLst/>
                <a:latin typeface="Segoe WPC"/>
              </a:rPr>
              <a:t>Step 1: User Input 👤</a:t>
            </a:r>
          </a:p>
          <a:p>
            <a:pPr algn="l">
              <a:spcAft>
                <a:spcPts val="600"/>
              </a:spcAft>
              <a:buNone/>
            </a:pPr>
            <a:endParaRPr lang="en-US" b="1" i="0" dirty="0">
              <a:effectLst/>
              <a:latin typeface="Segoe WPC"/>
            </a:endParaRPr>
          </a:p>
          <a:p>
            <a:pPr>
              <a:spcAft>
                <a:spcPts val="600"/>
              </a:spcAft>
            </a:pPr>
            <a:r>
              <a:rPr lang="en-US" b="1" dirty="0">
                <a:latin typeface="Segoe WPC"/>
              </a:rPr>
              <a:t>User types: "Find urgent payment requests from new senders“</a:t>
            </a:r>
          </a:p>
          <a:p>
            <a:pPr>
              <a:spcAft>
                <a:spcPts val="600"/>
              </a:spcAft>
            </a:pPr>
            <a:endParaRPr lang="en-US" b="1" i="0" dirty="0">
              <a:effectLst/>
              <a:latin typeface="Segoe WPC"/>
            </a:endParaRPr>
          </a:p>
          <a:p>
            <a:pPr>
              <a:spcAft>
                <a:spcPts val="1200"/>
              </a:spcAft>
            </a:pPr>
            <a:r>
              <a:rPr lang="en-US" b="1" i="0" dirty="0">
                <a:effectLst/>
                <a:latin typeface="Segoe WPC"/>
              </a:rPr>
              <a:t>🎯 What happens</a:t>
            </a:r>
            <a:r>
              <a:rPr lang="en-US" b="0" i="0" dirty="0">
                <a:effectLst/>
                <a:latin typeface="Segoe WPC"/>
              </a:rPr>
              <a:t>: </a:t>
            </a:r>
            <a:r>
              <a:rPr lang="en-US" dirty="0"/>
              <a:t> Convert natural language security question into searchable format</a:t>
            </a:r>
            <a:endParaRPr lang="en-US" b="0" i="0" dirty="0">
              <a:effectLst/>
              <a:latin typeface="Segoe WPC"/>
            </a:endParaRPr>
          </a:p>
          <a:p>
            <a:pPr algn="l">
              <a:spcAft>
                <a:spcPts val="1200"/>
              </a:spcAft>
              <a:buNone/>
            </a:pPr>
            <a:br>
              <a:rPr lang="en-US" b="0" i="0" dirty="0">
                <a:effectLst/>
                <a:latin typeface="Segoe WPC"/>
              </a:rPr>
            </a:br>
            <a:r>
              <a:rPr lang="en-US" b="1" i="0" dirty="0">
                <a:effectLst/>
                <a:latin typeface="Segoe WPC"/>
              </a:rPr>
              <a:t>💡 Real examples</a:t>
            </a:r>
            <a:r>
              <a:rPr lang="en-US" b="0" i="0" dirty="0">
                <a:effectLst/>
                <a:latin typeface="Segoe WPC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onsolas" panose="020B0609020204030204" pitchFamily="49" charset="0"/>
              </a:rPr>
              <a:t>"phishing emails with attachments"</a:t>
            </a:r>
            <a:endParaRPr lang="en-US" b="0" i="0" dirty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onsolas" panose="020B0609020204030204" pitchFamily="49" charset="0"/>
              </a:rPr>
              <a:t>"suspicious login attempts"</a:t>
            </a:r>
            <a:endParaRPr lang="en-US" b="0" i="0" dirty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onsolas" panose="020B0609020204030204" pitchFamily="49" charset="0"/>
              </a:rPr>
              <a:t>"invoices from unknown domains"</a:t>
            </a:r>
            <a:endParaRPr lang="en-US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62485726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8B916-00F9-04B7-FCA8-73698C23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C9240F37-3781-75DE-3D08-77A15E09F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7C1BCC-019E-4138-8252-0B6F38E9B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99B3D8C2-8668-0E6B-4BDC-793DC05A8EAA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BE292360-4364-1835-366C-982B21D4CDD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A44280-D87B-B52B-2916-40E201CA62AD}"/>
              </a:ext>
            </a:extLst>
          </p:cNvPr>
          <p:cNvSpPr txBox="1"/>
          <p:nvPr/>
        </p:nvSpPr>
        <p:spPr bwMode="auto">
          <a:xfrm>
            <a:off x="583995" y="1618305"/>
            <a:ext cx="9960542" cy="383181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dirty="0">
                <a:effectLst/>
                <a:latin typeface="Segoe WPC"/>
              </a:rPr>
              <a:t>Step 2: Interface Processing 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Segoe WPC"/>
              </a:rPr>
              <a:t>🖥️  CLI/API receives query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Segoe WPC"/>
              </a:rPr>
              <a:t>    ├── CLI: python -m </a:t>
            </a:r>
            <a:r>
              <a:rPr lang="en-US" b="1" dirty="0" err="1">
                <a:latin typeface="Segoe WPC"/>
              </a:rPr>
              <a:t>src.interfaces.cli.app</a:t>
            </a:r>
            <a:r>
              <a:rPr lang="en-US" b="1" dirty="0">
                <a:latin typeface="Segoe WPC"/>
              </a:rPr>
              <a:t> --query "urgent payment"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Segoe WPC"/>
              </a:rPr>
              <a:t>    └── API: POST /</a:t>
            </a:r>
            <a:r>
              <a:rPr lang="en-US" b="1" dirty="0" err="1">
                <a:latin typeface="Segoe WPC"/>
              </a:rPr>
              <a:t>api</a:t>
            </a:r>
            <a:r>
              <a:rPr lang="en-US" b="1" dirty="0">
                <a:latin typeface="Segoe WPC"/>
              </a:rPr>
              <a:t>/v1/search {"text": "urgent payment", "limit": 10}</a:t>
            </a:r>
          </a:p>
          <a:p>
            <a:pPr>
              <a:spcAft>
                <a:spcPts val="600"/>
              </a:spcAft>
            </a:pPr>
            <a:endParaRPr lang="en-US" b="1" i="0" dirty="0">
              <a:effectLst/>
              <a:latin typeface="Segoe WPC"/>
            </a:endParaRPr>
          </a:p>
          <a:p>
            <a:pPr>
              <a:spcAft>
                <a:spcPts val="1200"/>
              </a:spcAft>
            </a:pPr>
            <a:r>
              <a:rPr lang="en-US" b="1" i="0" dirty="0">
                <a:effectLst/>
                <a:latin typeface="Segoe WPC"/>
              </a:rPr>
              <a:t>🎯 What happens</a:t>
            </a:r>
            <a:r>
              <a:rPr lang="en-US" b="0" i="0" dirty="0">
                <a:effectLst/>
                <a:latin typeface="Segoe WPC"/>
              </a:rPr>
              <a:t>: Validate input and set search parameters </a:t>
            </a:r>
            <a:r>
              <a:rPr lang="en-US" dirty="0"/>
              <a:t>and route to processing pipeline</a:t>
            </a:r>
          </a:p>
          <a:p>
            <a:pPr>
              <a:spcAft>
                <a:spcPts val="1200"/>
              </a:spcAft>
            </a:pPr>
            <a:br>
              <a:rPr lang="en-US" b="0" i="0" dirty="0">
                <a:effectLst/>
                <a:latin typeface="Segoe WPC"/>
              </a:rPr>
            </a:br>
            <a:r>
              <a:rPr lang="en-US" b="1" i="0" dirty="0">
                <a:effectLst/>
                <a:latin typeface="Segoe WPC"/>
              </a:rPr>
              <a:t>💡 Example transformation</a:t>
            </a:r>
            <a:r>
              <a:rPr lang="en-US" b="0" i="0" dirty="0">
                <a:effectLst/>
                <a:latin typeface="Segoe WPC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Input: </a:t>
            </a:r>
            <a:r>
              <a:rPr lang="en-US" b="0" i="0" u="none" strike="noStrike" dirty="0">
                <a:solidFill>
                  <a:srgbClr val="EE0C5D"/>
                </a:solidFill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"urgent payment --format </a:t>
            </a:r>
            <a:r>
              <a:rPr lang="en-US" b="0" i="0" u="none" strike="noStrike" dirty="0" err="1">
                <a:solidFill>
                  <a:srgbClr val="EE0C5D"/>
                </a:solidFill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r>
              <a:rPr lang="en-US" b="0" i="0" u="none" strike="noStrike" dirty="0"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</a:t>
            </a:r>
            <a:endParaRPr lang="en-US" b="0" i="0" dirty="0"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Output: </a:t>
            </a:r>
            <a:r>
              <a:rPr lang="en-US" b="0" i="0" u="none" strike="noStrike" dirty="0" err="1">
                <a:solidFill>
                  <a:srgbClr val="EE0C5D"/>
                </a:solidFill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SearchQuery</a:t>
            </a:r>
            <a:r>
              <a:rPr lang="en-US" b="0" i="0" u="none" strike="noStrike" dirty="0">
                <a:solidFill>
                  <a:srgbClr val="EE0C5D"/>
                </a:solidFill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(text="urgent payment", limit=10, format="</a:t>
            </a:r>
            <a:r>
              <a:rPr lang="en-US" b="0" i="0" u="none" strike="noStrike" dirty="0" err="1">
                <a:solidFill>
                  <a:srgbClr val="EE0C5D"/>
                </a:solidFill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r>
              <a:rPr lang="en-US" b="0" i="0" u="none" strike="noStrike" dirty="0">
                <a:effectLst/>
                <a:latin typeface="Segoe WP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")</a:t>
            </a:r>
            <a:endParaRPr lang="en-US" b="0" i="0" dirty="0">
              <a:effectLst/>
              <a:latin typeface="Segoe WPC"/>
            </a:endParaRPr>
          </a:p>
          <a:p>
            <a:pPr algn="l">
              <a:spcAft>
                <a:spcPts val="1200"/>
              </a:spcAft>
              <a:buNone/>
            </a:pPr>
            <a:endParaRPr lang="en-US" dirty="0"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59227071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F29E0-1D8F-7B73-7135-2FB0C64C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04EED08D-55E2-AEB5-F97A-0D0E3EC2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E84D57-A7D4-91F9-5A70-F10E5508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12E65DA8-EAB4-5196-6353-1D8DABC70C1C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E2ACBE82-7433-2BCB-152A-3B895BCB76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CCB24-3CF7-41DB-2021-1317DADE5CA2}"/>
              </a:ext>
            </a:extLst>
          </p:cNvPr>
          <p:cNvSpPr txBox="1"/>
          <p:nvPr/>
        </p:nvSpPr>
        <p:spPr bwMode="auto">
          <a:xfrm>
            <a:off x="583995" y="1618305"/>
            <a:ext cx="9960542" cy="40164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dirty="0">
                <a:effectLst/>
                <a:latin typeface="Segoe WPC"/>
              </a:rPr>
              <a:t>Step 2: Interface Processing 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1" i="0" dirty="0">
                <a:effectLst/>
                <a:latin typeface="Segoe WPC"/>
              </a:rPr>
              <a:t>💾 Session Store Cache</a:t>
            </a:r>
            <a:r>
              <a:rPr lang="en-US" b="0" i="0" dirty="0">
                <a:effectLst/>
                <a:latin typeface="Segoe WPC"/>
              </a:rPr>
              <a:t> (Chat mode only):</a:t>
            </a:r>
          </a:p>
          <a:p>
            <a:pPr algn="l">
              <a:spcAft>
                <a:spcPts val="1200"/>
              </a:spcAft>
              <a:buNone/>
            </a:pPr>
            <a:endParaRPr lang="en-US" dirty="0">
              <a:latin typeface="Segoe WPC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Segoe WPC"/>
              </a:rPr>
              <a:t>🗄️ Check: </a:t>
            </a:r>
            <a:r>
              <a:rPr lang="en-US" dirty="0" err="1">
                <a:latin typeface="Segoe WPC"/>
              </a:rPr>
              <a:t>SessionStore.get_session</a:t>
            </a:r>
            <a:r>
              <a:rPr lang="en-US" dirty="0">
                <a:latin typeface="Segoe WPC"/>
              </a:rPr>
              <a:t>("analyst_jane_session_456")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Segoe WPC"/>
              </a:rPr>
              <a:t>├── 🟢 HIT → Load chat history: [{"query": "phishing", "results": [...]}, ...]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Segoe WPC"/>
              </a:rPr>
              <a:t>└── 🔴 MISS → Create new session ID</a:t>
            </a:r>
          </a:p>
          <a:p>
            <a:pPr>
              <a:spcAft>
                <a:spcPts val="1200"/>
              </a:spcAft>
            </a:pPr>
            <a:endParaRPr lang="en-US" b="0" i="0" dirty="0">
              <a:effectLst/>
              <a:latin typeface="Segoe WPC"/>
            </a:endParaRPr>
          </a:p>
          <a:p>
            <a:pPr>
              <a:spcAft>
                <a:spcPts val="1200"/>
              </a:spcAft>
            </a:pPr>
            <a:r>
              <a:rPr lang="en-US" b="1" dirty="0"/>
              <a:t>🔍 Cache Purpose</a:t>
            </a:r>
            <a:r>
              <a:rPr lang="en-US" dirty="0"/>
              <a:t>: Maintain chat history for follow-up questions</a:t>
            </a:r>
          </a:p>
          <a:p>
            <a:pPr>
              <a:spcAft>
                <a:spcPts val="1200"/>
              </a:spcAft>
            </a:pPr>
            <a:br>
              <a:rPr lang="en-US" dirty="0"/>
            </a:br>
            <a:r>
              <a:rPr lang="en-US" b="1" dirty="0"/>
              <a:t>💡 Example</a:t>
            </a:r>
            <a:r>
              <a:rPr lang="en-US" dirty="0"/>
              <a:t>: Previous query context helps with "show me more like the first result"</a:t>
            </a:r>
            <a:endParaRPr lang="en-US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43281877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37FB0-E0E3-478C-7D9E-2128F7AA4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637B135A-8720-6BB6-0834-EE79FEF8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8477DA-2F0D-CEF2-A42F-850F6EE7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4E9DBFD3-A1E0-1606-3738-03FA49837D54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CB3A165-D80B-E927-DE9A-85564717BCD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F768F-2D29-C6A3-AA12-88420EEDCDE5}"/>
              </a:ext>
            </a:extLst>
          </p:cNvPr>
          <p:cNvSpPr txBox="1"/>
          <p:nvPr/>
        </p:nvSpPr>
        <p:spPr bwMode="auto">
          <a:xfrm>
            <a:off x="583995" y="1618305"/>
            <a:ext cx="9960542" cy="23083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Step 3: Pipeline Initialization</a:t>
            </a:r>
          </a:p>
          <a:p>
            <a:endParaRPr lang="en-US" b="1" dirty="0"/>
          </a:p>
          <a:p>
            <a:r>
              <a:rPr lang="en-US" b="1" dirty="0"/>
              <a:t>⚙️  </a:t>
            </a:r>
            <a:r>
              <a:rPr lang="en-US" b="1" dirty="0" err="1"/>
              <a:t>ThreatHuntingPipeline.process_query</a:t>
            </a:r>
            <a:r>
              <a:rPr lang="en-US" b="1" dirty="0"/>
              <a:t>()</a:t>
            </a:r>
          </a:p>
          <a:p>
            <a:r>
              <a:rPr lang="en-US" b="1" dirty="0"/>
              <a:t>    └── </a:t>
            </a:r>
            <a:r>
              <a:rPr lang="en-US" b="1" dirty="0" err="1"/>
              <a:t>SearchQuery</a:t>
            </a:r>
            <a:r>
              <a:rPr lang="en-US" b="1" dirty="0"/>
              <a:t>(text="urgent payment", method=HYBRID, limit=10)</a:t>
            </a:r>
          </a:p>
          <a:p>
            <a:endParaRPr lang="en-US" b="1" dirty="0"/>
          </a:p>
          <a:p>
            <a:r>
              <a:rPr lang="en-US" b="1" dirty="0"/>
              <a:t>🎯 Objective</a:t>
            </a:r>
            <a:r>
              <a:rPr lang="en-US" dirty="0"/>
              <a:t>: Structure query with proper search parameters</a:t>
            </a:r>
          </a:p>
          <a:p>
            <a:br>
              <a:rPr lang="en-US" dirty="0"/>
            </a:br>
            <a:r>
              <a:rPr lang="en-US" b="1" dirty="0"/>
              <a:t>💡 Example</a:t>
            </a:r>
            <a:r>
              <a:rPr lang="en-US" dirty="0"/>
              <a:t>: </a:t>
            </a:r>
            <a:r>
              <a:rPr lang="en-US" dirty="0">
                <a:hlinkClick r:id="rId2"/>
              </a:rPr>
              <a:t>HYBRID</a:t>
            </a:r>
            <a:r>
              <a:rPr lang="en-US" dirty="0"/>
              <a:t> = semantic search + keyword matching for "urgent" + "payment"</a:t>
            </a:r>
          </a:p>
        </p:txBody>
      </p:sp>
    </p:spTree>
    <p:extLst>
      <p:ext uri="{BB962C8B-B14F-4D97-AF65-F5344CB8AC3E}">
        <p14:creationId xmlns:p14="http://schemas.microsoft.com/office/powerpoint/2010/main" val="347833501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9B9D-5287-78AE-7DF3-3A2C5BA6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D51B990C-4DF9-2883-4DC1-22821928A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3BBE17-9BD2-04AE-5E77-B4365280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8D367362-10BD-7270-6EDD-607CBEE0418A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16819A6E-F6A1-5E58-9240-07F64494EC1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E8594-15FD-6B70-DA01-23A361BA23FC}"/>
              </a:ext>
            </a:extLst>
          </p:cNvPr>
          <p:cNvSpPr txBox="1"/>
          <p:nvPr/>
        </p:nvSpPr>
        <p:spPr bwMode="auto">
          <a:xfrm>
            <a:off x="583995" y="1618305"/>
            <a:ext cx="9960542" cy="3416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Step 4: Query Results Cache Check</a:t>
            </a:r>
          </a:p>
          <a:p>
            <a:endParaRPr lang="en-US" b="1" dirty="0"/>
          </a:p>
          <a:p>
            <a:r>
              <a:rPr lang="en-US" b="1" dirty="0"/>
              <a:t>🔍 </a:t>
            </a:r>
            <a:r>
              <a:rPr lang="en-US" b="1" dirty="0" err="1"/>
              <a:t>QueryResultsCache.get</a:t>
            </a:r>
            <a:r>
              <a:rPr lang="en-US" b="1" dirty="0"/>
              <a:t>("sha256:abc123def...")</a:t>
            </a:r>
          </a:p>
          <a:p>
            <a:r>
              <a:rPr lang="en-US" b="1" dirty="0"/>
              <a:t>    ├── HIT → Return cached results (20ms) ✅ SKIP TO STEP 10</a:t>
            </a:r>
          </a:p>
          <a:p>
            <a:r>
              <a:rPr lang="en-US" b="1" dirty="0"/>
              <a:t>    └── MISS → Continue to search ➡️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🎯 Objective</a:t>
            </a:r>
            <a:r>
              <a:rPr lang="en-US" dirty="0"/>
              <a:t>: Avoid expensive </a:t>
            </a:r>
            <a:r>
              <a:rPr lang="en-US" dirty="0" err="1"/>
              <a:t>recomputation</a:t>
            </a:r>
            <a:r>
              <a:rPr lang="en-US" dirty="0"/>
              <a:t> for identical queries</a:t>
            </a:r>
          </a:p>
          <a:p>
            <a:br>
              <a:rPr lang="en-US" dirty="0"/>
            </a:br>
            <a:r>
              <a:rPr lang="en-US" b="1" dirty="0"/>
              <a:t>🔍 Cache Details</a:t>
            </a:r>
            <a:r>
              <a:rPr lang="en-US" dirty="0"/>
              <a:t>: TTL+LRU cache storing complete pipeline results</a:t>
            </a:r>
          </a:p>
          <a:p>
            <a:br>
              <a:rPr lang="en-US" dirty="0"/>
            </a:br>
            <a:r>
              <a:rPr lang="en-US" b="1" dirty="0"/>
              <a:t>💡 Example</a:t>
            </a:r>
            <a:r>
              <a:rPr lang="en-US" dirty="0"/>
              <a:t>: Hash "urgent payment|HYBRID|limit:10" → cached result with 10 emails</a:t>
            </a:r>
          </a:p>
        </p:txBody>
      </p:sp>
    </p:spTree>
    <p:extLst>
      <p:ext uri="{BB962C8B-B14F-4D97-AF65-F5344CB8AC3E}">
        <p14:creationId xmlns:p14="http://schemas.microsoft.com/office/powerpoint/2010/main" val="48306317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81499-0255-7956-095B-39494674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0EDD5FAB-4A9E-A20F-2DEC-62FBFF4F2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2F69AA-EEA9-F8D0-CDBA-9EF721B9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E0818C5F-B0F1-08B8-A710-31F4FE61E1D1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FE3547BB-4046-421B-0136-48E7E7501E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246B3-D7C4-24CE-FCD4-EBEC75AE8543}"/>
              </a:ext>
            </a:extLst>
          </p:cNvPr>
          <p:cNvSpPr txBox="1"/>
          <p:nvPr/>
        </p:nvSpPr>
        <p:spPr bwMode="auto">
          <a:xfrm>
            <a:off x="583995" y="1618305"/>
            <a:ext cx="9960542" cy="42473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Step 5: Vector Search with Embedding Cache</a:t>
            </a:r>
          </a:p>
          <a:p>
            <a:endParaRPr lang="en-US" dirty="0"/>
          </a:p>
          <a:p>
            <a:r>
              <a:rPr lang="en-US" dirty="0"/>
              <a:t>🧠 </a:t>
            </a:r>
            <a:r>
              <a:rPr lang="en-US" dirty="0" err="1"/>
              <a:t>UnifiedSearchService.search</a:t>
            </a:r>
            <a:r>
              <a:rPr lang="en-US" dirty="0"/>
              <a:t>()</a:t>
            </a:r>
          </a:p>
          <a:p>
            <a:r>
              <a:rPr lang="en-US" dirty="0"/>
              <a:t>    ├── Query Embedding Generation:</a:t>
            </a:r>
          </a:p>
          <a:p>
            <a:r>
              <a:rPr lang="en-US" dirty="0"/>
              <a:t>    │   ├── 💾 Check: "</a:t>
            </a:r>
            <a:r>
              <a:rPr lang="en-US" dirty="0" err="1"/>
              <a:t>urgent_payment_req.pkl</a:t>
            </a:r>
            <a:r>
              <a:rPr lang="en-US" dirty="0"/>
              <a:t>"</a:t>
            </a:r>
          </a:p>
          <a:p>
            <a:r>
              <a:rPr lang="en-US" dirty="0"/>
              <a:t>    │   ├── </a:t>
            </a:r>
            <a:r>
              <a:rPr lang="en-US" dirty="0">
                <a:latin typeface="Segoe WPC"/>
              </a:rPr>
              <a:t>🟢 HIT</a:t>
            </a:r>
            <a:r>
              <a:rPr lang="en-US" dirty="0"/>
              <a:t> → Load </a:t>
            </a:r>
            <a:br>
              <a:rPr lang="en-US" dirty="0"/>
            </a:br>
            <a:r>
              <a:rPr lang="en-US" dirty="0"/>
              <a:t>    │   └── </a:t>
            </a:r>
            <a:r>
              <a:rPr lang="en-US" dirty="0">
                <a:latin typeface="Segoe WPC"/>
              </a:rPr>
              <a:t>🔴 MISS</a:t>
            </a:r>
            <a:r>
              <a:rPr lang="en-US" dirty="0"/>
              <a:t> → </a:t>
            </a:r>
            <a:r>
              <a:rPr lang="en-US" dirty="0" err="1"/>
              <a:t>SentenceTransformer.encode</a:t>
            </a:r>
            <a:r>
              <a:rPr lang="en-US" dirty="0"/>
              <a:t>() + save to disk</a:t>
            </a:r>
          </a:p>
          <a:p>
            <a:r>
              <a:rPr lang="en-US" dirty="0"/>
              <a:t>    ├── </a:t>
            </a:r>
            <a:r>
              <a:rPr lang="en-US" dirty="0" err="1"/>
              <a:t>ChromaDB</a:t>
            </a:r>
            <a:r>
              <a:rPr lang="en-US" dirty="0"/>
              <a:t> cosine similarity: 0.87, 0.82, 0.76...</a:t>
            </a:r>
          </a:p>
          <a:p>
            <a:r>
              <a:rPr lang="en-US" dirty="0"/>
              <a:t>    └── Return top 50 emails: [email_001, email_047, ...]</a:t>
            </a:r>
          </a:p>
          <a:p>
            <a:endParaRPr lang="en-US" dirty="0"/>
          </a:p>
          <a:p>
            <a:r>
              <a:rPr lang="en-US" b="1" dirty="0"/>
              <a:t>🎯 Objective</a:t>
            </a:r>
            <a:r>
              <a:rPr lang="en-US" dirty="0"/>
              <a:t>: Find emails semantically similar to query concept</a:t>
            </a:r>
          </a:p>
          <a:p>
            <a:br>
              <a:rPr lang="en-US" dirty="0"/>
            </a:br>
            <a:r>
              <a:rPr lang="en-US" b="1" dirty="0"/>
              <a:t>🔍 Embedding Cache</a:t>
            </a:r>
            <a:r>
              <a:rPr lang="en-US" dirty="0"/>
              <a:t>: Disk-based cache of computed vectors (200+ files)</a:t>
            </a:r>
          </a:p>
          <a:p>
            <a:br>
              <a:rPr lang="en-US" dirty="0"/>
            </a:br>
            <a:r>
              <a:rPr lang="en-US" b="1" dirty="0"/>
              <a:t>💡 Example</a:t>
            </a:r>
            <a:r>
              <a:rPr lang="en-US" dirty="0"/>
              <a:t>: "urgent payment" vector matches "immediate wire transfer" content</a:t>
            </a:r>
          </a:p>
        </p:txBody>
      </p:sp>
    </p:spTree>
    <p:extLst>
      <p:ext uri="{BB962C8B-B14F-4D97-AF65-F5344CB8AC3E}">
        <p14:creationId xmlns:p14="http://schemas.microsoft.com/office/powerpoint/2010/main" val="371525256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B147B-66BB-D201-4749-37322FEF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1F9C620F-F19E-5BA0-13B3-9A91120D0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DC654F-D1DC-7108-A004-E42ADFF9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16A74792-E28E-5564-2BBC-987D4938A5AD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5B906DE-C0E2-0D9E-FD62-48CF7B8E641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019FB-6335-6F56-1FC8-3037706FEFC4}"/>
              </a:ext>
            </a:extLst>
          </p:cNvPr>
          <p:cNvSpPr txBox="1"/>
          <p:nvPr/>
        </p:nvSpPr>
        <p:spPr bwMode="auto">
          <a:xfrm>
            <a:off x="583995" y="1618305"/>
            <a:ext cx="9960542" cy="480131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Step 6: Security Threat Analysis ⚠️</a:t>
            </a:r>
          </a:p>
          <a:p>
            <a:br>
              <a:rPr lang="en-US" dirty="0"/>
            </a:br>
            <a:r>
              <a:rPr lang="en-US" dirty="0"/>
              <a:t>ThreatAnalysisService analyzes emails:</a:t>
            </a:r>
          </a:p>
          <a:p>
            <a:r>
              <a:rPr lang="en-US" dirty="0"/>
              <a:t>📧 Email_047: "URGENT: Wire Transfer Required Today"</a:t>
            </a:r>
          </a:p>
          <a:p>
            <a:r>
              <a:rPr lang="en-US" dirty="0"/>
              <a:t>├── 🔍 Urgency Detection: "URGENT" → score: 0.9/1.0</a:t>
            </a:r>
          </a:p>
          <a:p>
            <a:r>
              <a:rPr lang="en-US" dirty="0"/>
              <a:t>├── 👤 Sender Analysis: </a:t>
            </a:r>
          </a:p>
          <a:p>
            <a:r>
              <a:rPr lang="en-US" dirty="0"/>
              <a:t>│   ├── 💾 Domain Cache: Check "newbank-corp.com"</a:t>
            </a:r>
          </a:p>
          <a:p>
            <a:r>
              <a:rPr lang="en-US" dirty="0"/>
              <a:t>│   ├── 🟢 HIT → {created: 2_days_ago, reputation: unknown} </a:t>
            </a:r>
          </a:p>
          <a:p>
            <a:r>
              <a:rPr lang="en-US" dirty="0"/>
              <a:t>│   └── New sender risk: 0.95/1.0</a:t>
            </a:r>
          </a:p>
          <a:p>
            <a:r>
              <a:rPr lang="en-US" dirty="0"/>
              <a:t>├── 📎 Attachment Scan:</a:t>
            </a:r>
          </a:p>
          <a:p>
            <a:r>
              <a:rPr lang="en-US" dirty="0"/>
              <a:t>│   ├── 💾 Feature Cache: Check "invoice.pdf.exe" </a:t>
            </a:r>
          </a:p>
          <a:p>
            <a:r>
              <a:rPr lang="en-US" dirty="0"/>
              <a:t>│   ├── 🔴 MISS → Analyze file type + cache result</a:t>
            </a:r>
          </a:p>
          <a:p>
            <a:r>
              <a:rPr lang="en-US" dirty="0"/>
              <a:t>│   └── Malicious extension detected: 0.9/1.0  </a:t>
            </a:r>
          </a:p>
          <a:p>
            <a:r>
              <a:rPr lang="en-US" dirty="0"/>
              <a:t>└── 🎯 Combined Threat Score: (0.9 + 0.95 + 0.9) / 3 = 0.92 → HIGH RISK</a:t>
            </a:r>
          </a:p>
          <a:p>
            <a:endParaRPr lang="en-US" dirty="0"/>
          </a:p>
          <a:p>
            <a:r>
              <a:rPr lang="en-US" b="1" dirty="0"/>
              <a:t>🎯 What happens</a:t>
            </a:r>
            <a:r>
              <a:rPr lang="en-US" dirty="0"/>
              <a:t>: Assess real security risk beyond just content similarity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9688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9C11-2872-1E68-C28E-09E6A4BE4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05AC59B9-0F12-6EBA-A5D0-AE2C55B3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F7F6B0-8716-B40C-7D39-F5CB65CD1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8AA0D2E7-74F7-20CF-5FDB-F7904462C4E1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ACCD4871-6590-A80B-5228-6AB81242EE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5F82D-0864-0CF3-84B6-9C48A4942C30}"/>
              </a:ext>
            </a:extLst>
          </p:cNvPr>
          <p:cNvSpPr txBox="1"/>
          <p:nvPr/>
        </p:nvSpPr>
        <p:spPr bwMode="auto">
          <a:xfrm>
            <a:off x="583995" y="1618305"/>
            <a:ext cx="9960542" cy="42473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Step 7: Intelligent Ranking 📊</a:t>
            </a:r>
          </a:p>
          <a:p>
            <a:endParaRPr lang="en-US" b="1" dirty="0"/>
          </a:p>
          <a:p>
            <a:r>
              <a:rPr lang="en-US" b="1" dirty="0"/>
              <a:t>Risk-Based Ranking Algorithm:</a:t>
            </a:r>
          </a:p>
          <a:p>
            <a:r>
              <a:rPr lang="en-US" b="1" dirty="0"/>
              <a:t>├── Email_047: </a:t>
            </a:r>
            <a:r>
              <a:rPr lang="en-US" b="1" dirty="0" err="1"/>
              <a:t>AI_match</a:t>
            </a:r>
            <a:r>
              <a:rPr lang="en-US" b="1" dirty="0"/>
              <a:t>(0.87) + Threat(0.92) + Keywords(0.1) = Final: 0.89</a:t>
            </a:r>
          </a:p>
          <a:p>
            <a:r>
              <a:rPr lang="en-US" b="1" dirty="0"/>
              <a:t>├── Email_001: </a:t>
            </a:r>
            <a:r>
              <a:rPr lang="en-US" b="1" dirty="0" err="1"/>
              <a:t>AI_match</a:t>
            </a:r>
            <a:r>
              <a:rPr lang="en-US" b="1" dirty="0"/>
              <a:t>(0.82) + Threat(0.65) + Keywords(0.2) = Final: 0.72  </a:t>
            </a:r>
          </a:p>
          <a:p>
            <a:r>
              <a:rPr lang="en-US" b="1" dirty="0"/>
              <a:t>├── Email_156: </a:t>
            </a:r>
            <a:r>
              <a:rPr lang="en-US" b="1" dirty="0" err="1"/>
              <a:t>AI_match</a:t>
            </a:r>
            <a:r>
              <a:rPr lang="en-US" b="1" dirty="0"/>
              <a:t>(0.76) + Threat(0.45) + Keywords(0.0) = Final: 0.63</a:t>
            </a:r>
          </a:p>
          <a:p>
            <a:r>
              <a:rPr lang="en-US" b="1" dirty="0"/>
              <a:t>└── Sorted Results: [Email_047, Email_001, Email_156, ...]</a:t>
            </a:r>
          </a:p>
          <a:p>
            <a:endParaRPr lang="en-US" b="1" dirty="0"/>
          </a:p>
          <a:p>
            <a:r>
              <a:rPr lang="en-US" b="1" dirty="0"/>
              <a:t>🎯 What happens</a:t>
            </a:r>
            <a:r>
              <a:rPr lang="en-US" dirty="0"/>
              <a:t>: Prioritize emails that are both relevant AND dangerous</a:t>
            </a:r>
          </a:p>
          <a:p>
            <a:br>
              <a:rPr lang="en-US" dirty="0"/>
            </a:br>
            <a:r>
              <a:rPr lang="en-US" b="1" dirty="0"/>
              <a:t>🎨 Risk Levels</a:t>
            </a:r>
            <a:r>
              <a:rPr lang="en-US" dirty="0"/>
              <a:t>:</a:t>
            </a:r>
          </a:p>
          <a:p>
            <a:r>
              <a:rPr lang="en-US" dirty="0"/>
              <a:t>🔴 </a:t>
            </a:r>
            <a:r>
              <a:rPr lang="en-US" b="1" dirty="0"/>
              <a:t>CRITICAL</a:t>
            </a:r>
            <a:r>
              <a:rPr lang="en-US" dirty="0"/>
              <a:t> (0.9-1.0): Investigate immediately</a:t>
            </a:r>
          </a:p>
          <a:p>
            <a:r>
              <a:rPr lang="en-US" dirty="0"/>
              <a:t>🟠 </a:t>
            </a:r>
            <a:r>
              <a:rPr lang="en-US" b="1" dirty="0"/>
              <a:t>HIGH</a:t>
            </a:r>
            <a:r>
              <a:rPr lang="en-US" dirty="0"/>
              <a:t> (0.7-0.9): Likely malicious - priority review</a:t>
            </a:r>
          </a:p>
          <a:p>
            <a:r>
              <a:rPr lang="en-US" dirty="0"/>
              <a:t>🟡 </a:t>
            </a:r>
            <a:r>
              <a:rPr lang="en-US" b="1" dirty="0"/>
              <a:t>MEDIUM</a:t>
            </a:r>
            <a:r>
              <a:rPr lang="en-US" dirty="0"/>
              <a:t> (0.5-0.7): Suspicious - worth checking</a:t>
            </a:r>
          </a:p>
          <a:p>
            <a:r>
              <a:rPr lang="en-US" dirty="0"/>
              <a:t>🟢 </a:t>
            </a:r>
            <a:r>
              <a:rPr lang="en-US" b="1" dirty="0"/>
              <a:t>LOW</a:t>
            </a:r>
            <a:r>
              <a:rPr lang="en-US" dirty="0"/>
              <a:t> (0.0-0.5): Probably safe - monitor only</a:t>
            </a:r>
          </a:p>
        </p:txBody>
      </p:sp>
    </p:spTree>
    <p:extLst>
      <p:ext uri="{BB962C8B-B14F-4D97-AF65-F5344CB8AC3E}">
        <p14:creationId xmlns:p14="http://schemas.microsoft.com/office/powerpoint/2010/main" val="124695644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17DDE-565A-CDD7-150A-62466A9A5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E2F57C50-069A-5D30-065C-C69B37EA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C54517-AA45-DDFF-51D2-CC49DCAD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29CC1611-87A2-CB27-ACD5-F8B3D82718A4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881EFB65-07AD-BAC5-AF10-78CE43C7996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B4B40-D92D-CA82-FB38-BB3285743249}"/>
              </a:ext>
            </a:extLst>
          </p:cNvPr>
          <p:cNvSpPr txBox="1"/>
          <p:nvPr/>
        </p:nvSpPr>
        <p:spPr bwMode="auto">
          <a:xfrm>
            <a:off x="583995" y="1618305"/>
            <a:ext cx="9960542" cy="25853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Step 8: Result Caching 💾</a:t>
            </a:r>
          </a:p>
          <a:p>
            <a:endParaRPr lang="en-US" b="1" dirty="0"/>
          </a:p>
          <a:p>
            <a:r>
              <a:rPr lang="en-US" dirty="0" err="1"/>
              <a:t>QueryResultsCache.put</a:t>
            </a:r>
            <a:r>
              <a:rPr lang="en-US" dirty="0"/>
              <a:t>("abc123def...", </a:t>
            </a:r>
            <a:r>
              <a:rPr lang="en-US" dirty="0" err="1"/>
              <a:t>complete_results_with_rankings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1" dirty="0"/>
              <a:t>🎯 What happens</a:t>
            </a:r>
            <a:r>
              <a:rPr lang="en-US" dirty="0"/>
              <a:t>: Save complete analysis for future identical queries</a:t>
            </a:r>
          </a:p>
          <a:p>
            <a:br>
              <a:rPr lang="en-US" dirty="0"/>
            </a:br>
            <a:r>
              <a:rPr lang="en-US" b="1" dirty="0"/>
              <a:t>💡 What gets cached</a:t>
            </a:r>
            <a:r>
              <a:rPr lang="en-US" dirty="0"/>
              <a:t>: Emails + threat scores + explanations + timing</a:t>
            </a:r>
          </a:p>
          <a:p>
            <a:br>
              <a:rPr lang="en-US" dirty="0"/>
            </a:br>
            <a:r>
              <a:rPr lang="en-US" b="1" dirty="0"/>
              <a:t>🕒 Cache duration</a:t>
            </a:r>
            <a:r>
              <a:rPr lang="en-US" dirty="0"/>
              <a:t>: 1 hour (configurable)</a:t>
            </a:r>
          </a:p>
        </p:txBody>
      </p:sp>
    </p:spTree>
    <p:extLst>
      <p:ext uri="{BB962C8B-B14F-4D97-AF65-F5344CB8AC3E}">
        <p14:creationId xmlns:p14="http://schemas.microsoft.com/office/powerpoint/2010/main" val="290987652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889D-AE1B-7A2C-803B-E21ED8C5A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E2C54715-A5F4-10BA-0071-3290D03E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7D219C-096D-0DAA-1A92-9F823AA9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1CF3D88F-6F13-0D71-E27D-547BBBAF6B10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4EEAC31C-A878-5BBB-5DCC-901F8969570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7F4BD-7E08-50CA-9EC3-2F51CEC7A24D}"/>
              </a:ext>
            </a:extLst>
          </p:cNvPr>
          <p:cNvSpPr txBox="1"/>
          <p:nvPr/>
        </p:nvSpPr>
        <p:spPr bwMode="auto">
          <a:xfrm>
            <a:off x="583995" y="1618305"/>
            <a:ext cx="9960542" cy="286232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Step 9: Format Response</a:t>
            </a:r>
          </a:p>
          <a:p>
            <a:endParaRPr lang="en-US" b="1" dirty="0"/>
          </a:p>
          <a:p>
            <a:r>
              <a:rPr lang="en-US" dirty="0"/>
              <a:t>📤 Format results based on interface</a:t>
            </a:r>
          </a:p>
          <a:p>
            <a:r>
              <a:rPr lang="en-US" dirty="0"/>
              <a:t>    ├── CLI: | Email ID | Threat | Score | Reason              |</a:t>
            </a:r>
          </a:p>
          <a:p>
            <a:r>
              <a:rPr lang="en-US" dirty="0"/>
              <a:t>    │        | email_047| HIGH   | 0.88  | New domain + urgent |</a:t>
            </a:r>
          </a:p>
          <a:p>
            <a:r>
              <a:rPr lang="en-US" dirty="0"/>
              <a:t>    └── API: {"results": [{"</a:t>
            </a:r>
            <a:r>
              <a:rPr lang="en-US" dirty="0" err="1"/>
              <a:t>email_id</a:t>
            </a:r>
            <a:r>
              <a:rPr lang="en-US" dirty="0"/>
              <a:t>": "047", "</a:t>
            </a:r>
            <a:r>
              <a:rPr lang="en-US" dirty="0" err="1"/>
              <a:t>threat_level</a:t>
            </a:r>
            <a:r>
              <a:rPr lang="en-US" dirty="0"/>
              <a:t>": "HIGH"}]}</a:t>
            </a:r>
          </a:p>
          <a:p>
            <a:endParaRPr lang="en-US" b="1" dirty="0"/>
          </a:p>
          <a:p>
            <a:r>
              <a:rPr lang="en-US" b="1" dirty="0"/>
              <a:t>🎯 Objective</a:t>
            </a:r>
            <a:r>
              <a:rPr lang="en-US" dirty="0"/>
              <a:t>: Present results in format suitable for user's workflow</a:t>
            </a:r>
          </a:p>
          <a:p>
            <a:br>
              <a:rPr lang="en-US" dirty="0"/>
            </a:br>
            <a:r>
              <a:rPr lang="en-US" b="1" dirty="0"/>
              <a:t>💡 Example</a:t>
            </a:r>
            <a:r>
              <a:rPr lang="en-US" dirty="0"/>
              <a:t>: Same data, CLI shows table, API returns JSON structure</a:t>
            </a:r>
          </a:p>
        </p:txBody>
      </p:sp>
    </p:spTree>
    <p:extLst>
      <p:ext uri="{BB962C8B-B14F-4D97-AF65-F5344CB8AC3E}">
        <p14:creationId xmlns:p14="http://schemas.microsoft.com/office/powerpoint/2010/main" val="259671594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6ED39-91DA-B35B-EF2E-58F18B4BC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78AF5E16-DDD9-4B0B-CDFA-CFCCF64A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C21731-D048-7947-D74D-F8623FA49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0421DFF6-9CFE-7A22-D57D-5B56EF6C5696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AFE17F7B-FEE3-DD1A-D876-E1320A47B20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8B3E7-47C7-498A-58C0-301A8A0CE3B3}"/>
              </a:ext>
            </a:extLst>
          </p:cNvPr>
          <p:cNvSpPr txBox="1"/>
          <p:nvPr/>
        </p:nvSpPr>
        <p:spPr bwMode="auto">
          <a:xfrm>
            <a:off x="583995" y="1618305"/>
            <a:ext cx="9960542" cy="369331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Step 10: Return to User &amp; Session Update</a:t>
            </a:r>
          </a:p>
          <a:p>
            <a:endParaRPr lang="en-US" b="1" dirty="0"/>
          </a:p>
          <a:p>
            <a:r>
              <a:rPr lang="en-US" dirty="0"/>
              <a:t>📧 Subject: "URGENT: Wire Transfer Required Today"              </a:t>
            </a:r>
          </a:p>
          <a:p>
            <a:r>
              <a:rPr lang="en-US" dirty="0"/>
              <a:t>│ 📤 From: finance@newbank-corp.com                              </a:t>
            </a:r>
          </a:p>
          <a:p>
            <a:r>
              <a:rPr lang="en-US" dirty="0"/>
              <a:t>│ 🚨 Threat Level: HIGH (0.89/1.0)                               </a:t>
            </a:r>
          </a:p>
          <a:p>
            <a:r>
              <a:rPr lang="en-US" dirty="0"/>
              <a:t>│ 📎 Attachment: invoice.pdf.exe (🔴 Malicious)                  </a:t>
            </a:r>
          </a:p>
          <a:p>
            <a:r>
              <a:rPr lang="en-US" dirty="0"/>
              <a:t>│                                                                 </a:t>
            </a:r>
          </a:p>
          <a:p>
            <a:r>
              <a:rPr lang="en-US" dirty="0"/>
              <a:t>│ 🔍 Why This is Suspicious:                                     </a:t>
            </a:r>
          </a:p>
          <a:p>
            <a:r>
              <a:rPr lang="en-US" dirty="0"/>
              <a:t>│ ✓ Urgent language creates time pressure                        </a:t>
            </a:r>
          </a:p>
          <a:p>
            <a:r>
              <a:rPr lang="en-US" dirty="0"/>
              <a:t>│ ✓ Domain 'newbank-corp.com' created 2 days ago                </a:t>
            </a:r>
          </a:p>
          <a:p>
            <a:r>
              <a:rPr lang="en-US" dirty="0"/>
              <a:t>│ ✓ Attachment has double extension (.pdf.exe)                   </a:t>
            </a:r>
          </a:p>
          <a:p>
            <a:r>
              <a:rPr lang="en-US" dirty="0"/>
              <a:t>│                                                                 </a:t>
            </a:r>
          </a:p>
          <a:p>
            <a:r>
              <a:rPr lang="en-US" dirty="0"/>
              <a:t>│ 👉 Recommended Action: Block sender + quarantine email</a:t>
            </a:r>
          </a:p>
        </p:txBody>
      </p:sp>
    </p:spTree>
    <p:extLst>
      <p:ext uri="{BB962C8B-B14F-4D97-AF65-F5344CB8AC3E}">
        <p14:creationId xmlns:p14="http://schemas.microsoft.com/office/powerpoint/2010/main" val="169956172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6CB2-4E4A-F111-E384-DE40B436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CFEB8F92-2B92-C8D6-4561-5C9B9777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13A29A-C752-84DE-7F12-A2CD1B59B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D8653E0F-66A4-B781-53D1-5361AE1E6738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E47D8409-9FC2-1C22-75D1-9F00A22B734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F9DB5-9934-3E28-66DA-3ADE44CCBCE9}"/>
              </a:ext>
            </a:extLst>
          </p:cNvPr>
          <p:cNvSpPr txBox="1"/>
          <p:nvPr/>
        </p:nvSpPr>
        <p:spPr bwMode="auto">
          <a:xfrm>
            <a:off x="583995" y="1618305"/>
            <a:ext cx="9960542" cy="258532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Step 10: Return to User &amp; Session Update</a:t>
            </a:r>
          </a:p>
          <a:p>
            <a:endParaRPr lang="en-US" b="1" dirty="0"/>
          </a:p>
          <a:p>
            <a:r>
              <a:rPr lang="fr-FR" b="1" dirty="0"/>
              <a:t>💾 Session Store Update</a:t>
            </a:r>
            <a:r>
              <a:rPr lang="fr-FR" dirty="0"/>
              <a:t> (Chat mode):</a:t>
            </a:r>
          </a:p>
          <a:p>
            <a:endParaRPr lang="fr-FR" dirty="0"/>
          </a:p>
          <a:p>
            <a:r>
              <a:rPr lang="fr-FR" dirty="0" err="1"/>
              <a:t>SessionStore.append_turn</a:t>
            </a:r>
            <a:r>
              <a:rPr lang="fr-FR" dirty="0"/>
              <a:t>("analyst_jane_session_456", {</a:t>
            </a:r>
          </a:p>
          <a:p>
            <a:r>
              <a:rPr lang="fr-FR" dirty="0"/>
              <a:t>  </a:t>
            </a:r>
            <a:r>
              <a:rPr lang="fr-FR" dirty="0" err="1"/>
              <a:t>query</a:t>
            </a:r>
            <a:r>
              <a:rPr lang="fr-FR" dirty="0"/>
              <a:t>: "urgent </a:t>
            </a:r>
            <a:r>
              <a:rPr lang="fr-FR" dirty="0" err="1"/>
              <a:t>payment</a:t>
            </a:r>
            <a:r>
              <a:rPr lang="fr-FR" dirty="0"/>
              <a:t>",</a:t>
            </a:r>
          </a:p>
          <a:p>
            <a:r>
              <a:rPr lang="fr-FR" dirty="0"/>
              <a:t>  </a:t>
            </a:r>
            <a:r>
              <a:rPr lang="fr-FR" dirty="0" err="1"/>
              <a:t>results</a:t>
            </a:r>
            <a:r>
              <a:rPr lang="fr-FR" dirty="0"/>
              <a:t>: [email_047, email_001, email_156, ...],</a:t>
            </a:r>
          </a:p>
          <a:p>
            <a:r>
              <a:rPr lang="fr-FR" dirty="0"/>
              <a:t>  timestamp: "2025-11-16T10:30:00Z"</a:t>
            </a:r>
          </a:p>
          <a:p>
            <a:r>
              <a:rPr lang="fr-FR" dirty="0"/>
              <a:t>}) 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58113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14691-68CB-FB19-890D-B5BEA9BA8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514A19E3-30A6-6E06-ABA5-5C8F8844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9DEDD9-D75A-4619-9F55-5A430ABE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End to end user flow </a:t>
            </a:r>
          </a:p>
          <a:p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2C497198-22DE-8DA8-B9B7-6F8518E3B6AD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E8105D4-F137-81B0-F0A8-C82A05B27BC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AB3AB-9647-53B8-4985-593CDC304E11}"/>
              </a:ext>
            </a:extLst>
          </p:cNvPr>
          <p:cNvSpPr txBox="1"/>
          <p:nvPr/>
        </p:nvSpPr>
        <p:spPr bwMode="auto">
          <a:xfrm>
            <a:off x="583995" y="1618305"/>
            <a:ext cx="9960542" cy="45243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🔄 Interactive Refinement (Chat Mode)</a:t>
            </a:r>
          </a:p>
          <a:p>
            <a:endParaRPr lang="en-US" b="1" dirty="0"/>
          </a:p>
          <a:p>
            <a:r>
              <a:rPr lang="en-US" b="1" dirty="0"/>
              <a:t>👤 Follow-up: "Show me only the emails with attachments from those results"</a:t>
            </a:r>
          </a:p>
          <a:p>
            <a:r>
              <a:rPr lang="en-US" b="1" dirty="0"/>
              <a:t>    ↓</a:t>
            </a:r>
          </a:p>
          <a:p>
            <a:r>
              <a:rPr lang="en-US" b="1" dirty="0"/>
              <a:t>🗄️ </a:t>
            </a:r>
            <a:r>
              <a:rPr lang="en-US" b="1" dirty="0" err="1"/>
              <a:t>SessionStore</a:t>
            </a:r>
            <a:r>
              <a:rPr lang="en-US" b="1" dirty="0"/>
              <a:t> loads previous results: [email_047, email_001, email_156, ...]</a:t>
            </a:r>
          </a:p>
          <a:p>
            <a:r>
              <a:rPr lang="en-US" b="1" dirty="0"/>
              <a:t>    ↓  </a:t>
            </a:r>
          </a:p>
          <a:p>
            <a:r>
              <a:rPr lang="en-US" b="1" dirty="0"/>
              <a:t>🔍 Smart filtering: </a:t>
            </a:r>
            <a:r>
              <a:rPr lang="en-US" b="1" dirty="0" err="1"/>
              <a:t>results.filter</a:t>
            </a:r>
            <a:r>
              <a:rPr lang="en-US" b="1" dirty="0"/>
              <a:t>(</a:t>
            </a:r>
            <a:r>
              <a:rPr lang="en-US" b="1" dirty="0" err="1"/>
              <a:t>has_attachments</a:t>
            </a:r>
            <a:r>
              <a:rPr lang="en-US" b="1" dirty="0"/>
              <a:t>=True) → [email_047, email_033]</a:t>
            </a:r>
          </a:p>
          <a:p>
            <a:r>
              <a:rPr lang="en-US" b="1" dirty="0"/>
              <a:t>    ↓</a:t>
            </a:r>
          </a:p>
          <a:p>
            <a:r>
              <a:rPr lang="en-US" b="1" dirty="0"/>
              <a:t>💾 </a:t>
            </a:r>
            <a:r>
              <a:rPr lang="en-US" b="1" dirty="0" err="1"/>
              <a:t>SessionStore</a:t>
            </a:r>
            <a:r>
              <a:rPr lang="en-US" b="1" dirty="0"/>
              <a:t> saves refinement turn</a:t>
            </a:r>
          </a:p>
          <a:p>
            <a:r>
              <a:rPr lang="en-US" b="1" dirty="0"/>
              <a:t>    ↓</a:t>
            </a:r>
          </a:p>
          <a:p>
            <a:r>
              <a:rPr lang="en-US" b="1" dirty="0"/>
              <a:t>✅ 2 filtered results returned in 8ms (no new AI search needed!)</a:t>
            </a:r>
          </a:p>
          <a:p>
            <a:endParaRPr lang="en-US" b="1" dirty="0"/>
          </a:p>
          <a:p>
            <a:r>
              <a:rPr lang="en-US" b="1" dirty="0"/>
              <a:t>💡 Why this is good</a:t>
            </a:r>
            <a:r>
              <a:rPr lang="en-US" dirty="0"/>
              <a:t>:</a:t>
            </a:r>
          </a:p>
          <a:p>
            <a:r>
              <a:rPr lang="en-US" dirty="0"/>
              <a:t>No need to re-run expensive AI analysis</a:t>
            </a:r>
          </a:p>
          <a:p>
            <a:r>
              <a:rPr lang="en-US" dirty="0"/>
              <a:t>Maintains conversation context</a:t>
            </a:r>
          </a:p>
          <a:p>
            <a:r>
              <a:rPr lang="en-US" dirty="0"/>
              <a:t>Enables rapid threat investigation workflow</a:t>
            </a:r>
          </a:p>
        </p:txBody>
      </p:sp>
    </p:spTree>
    <p:extLst>
      <p:ext uri="{BB962C8B-B14F-4D97-AF65-F5344CB8AC3E}">
        <p14:creationId xmlns:p14="http://schemas.microsoft.com/office/powerpoint/2010/main" val="84577260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4BF9-CAD1-CFD5-4B72-31A558AF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1DEB85A0-C3D9-DCE8-E00B-EF22AD15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82F315-3C82-2464-2250-0AEEEF34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Each Cache Does</a:t>
            </a:r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60993D82-6C70-49CB-0807-3FF97D88E8AB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E110CF8F-9CB2-2C90-DD9E-D14F7D4C557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F0D5AF-9140-9BAA-1516-9402912AE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021590"/>
              </p:ext>
            </p:extLst>
          </p:nvPr>
        </p:nvGraphicFramePr>
        <p:xfrm>
          <a:off x="583995" y="1625100"/>
          <a:ext cx="1030778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5927">
                  <a:extLst>
                    <a:ext uri="{9D8B030D-6E8A-4147-A177-3AD203B41FA5}">
                      <a16:colId xmlns:a16="http://schemas.microsoft.com/office/drawing/2014/main" val="3544583742"/>
                    </a:ext>
                  </a:extLst>
                </a:gridCol>
                <a:gridCol w="3435927">
                  <a:extLst>
                    <a:ext uri="{9D8B030D-6E8A-4147-A177-3AD203B41FA5}">
                      <a16:colId xmlns:a16="http://schemas.microsoft.com/office/drawing/2014/main" val="753083444"/>
                    </a:ext>
                  </a:extLst>
                </a:gridCol>
                <a:gridCol w="3435927">
                  <a:extLst>
                    <a:ext uri="{9D8B030D-6E8A-4147-A177-3AD203B41FA5}">
                      <a16:colId xmlns:a16="http://schemas.microsoft.com/office/drawing/2014/main" val="3001864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Why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568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Query Results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Complete search results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Don't search same thing twice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88536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Chat History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Previous conversations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Remember what you asked before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45829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AI Fingerprints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Text converted to numbers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Don't re-process same text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31238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Domain Info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Website reputation data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Don't look up same domain twice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1528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Similarity Scores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</a:rPr>
                        <a:t>How alike two domains are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effectLst/>
                        </a:rPr>
                        <a:t>Don't recalculate comparisons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70280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12368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D1626-6DAE-697F-15B7-E178245A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6336C924-FC9D-01DB-918A-AF9CCB30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0435E7-7CDA-D4CD-167F-30F97BD2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Each Cache Does - Real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23EBD5C5-07F0-9EEE-3A20-65C007363307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6017750D-E774-5DE1-4F1C-A8A59ACECB7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C4400E-9B7D-A9A1-310C-2E1993822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217151"/>
              </p:ext>
            </p:extLst>
          </p:nvPr>
        </p:nvGraphicFramePr>
        <p:xfrm>
          <a:off x="583995" y="1625100"/>
          <a:ext cx="10342506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572">
                  <a:extLst>
                    <a:ext uri="{9D8B030D-6E8A-4147-A177-3AD203B41FA5}">
                      <a16:colId xmlns:a16="http://schemas.microsoft.com/office/drawing/2014/main" val="3544583742"/>
                    </a:ext>
                  </a:extLst>
                </a:gridCol>
                <a:gridCol w="7893934">
                  <a:extLst>
                    <a:ext uri="{9D8B030D-6E8A-4147-A177-3AD203B41FA5}">
                      <a16:colId xmlns:a16="http://schemas.microsoft.com/office/drawing/2014/main" val="753083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Happens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568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Query Results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Ask "phishing emails" again → Get instant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answe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88536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Chat History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Say "show me more like #3" → Knows what #3 was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45829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AI Fingerprints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 "urgent payment" text → Instantly know it's suspicious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31238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Domain Info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"badbank.com" → Remember it's only 2 days old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1528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Similarity Scores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"gooogle.com" vs "google.com" → Remember they're 95% similar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70280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74824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692CA-82F4-9986-614E-1D7DEDD5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E97DDEBD-CA48-96EF-B9B3-7B3582C8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CB0919-BAF7-9D70-D96C-D8577F0B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Each Cache Does - Real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353A131E-4B78-9D01-F324-A136212F2147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E3E32A33-05E4-A3E9-0EDF-51534D039D1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F25C2D-7F05-B4C1-3ABE-127C45B2B82E}"/>
              </a:ext>
            </a:extLst>
          </p:cNvPr>
          <p:cNvGraphicFramePr>
            <a:graphicFrameLocks noGrp="1"/>
          </p:cNvGraphicFramePr>
          <p:nvPr/>
        </p:nvGraphicFramePr>
        <p:xfrm>
          <a:off x="583995" y="1625100"/>
          <a:ext cx="10342506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572">
                  <a:extLst>
                    <a:ext uri="{9D8B030D-6E8A-4147-A177-3AD203B41FA5}">
                      <a16:colId xmlns:a16="http://schemas.microsoft.com/office/drawing/2014/main" val="3544583742"/>
                    </a:ext>
                  </a:extLst>
                </a:gridCol>
                <a:gridCol w="7893934">
                  <a:extLst>
                    <a:ext uri="{9D8B030D-6E8A-4147-A177-3AD203B41FA5}">
                      <a16:colId xmlns:a16="http://schemas.microsoft.com/office/drawing/2014/main" val="753083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Cache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Happens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568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Query Results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Ask "phishing emails" again → Get instant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answe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88536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Chat History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Say "show me more like #3" → Knows what #3 was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45829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AI Fingerprints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 "urgent payment" text → Instantly know it's suspicious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31238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Domain Info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"badbank.com" → Remember it's only 2 days old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1528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effectLst/>
                        </a:rPr>
                        <a:t>Similarity Scores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"gooogle.com" vs "google.com" → Remember they're 95% similar</a:t>
                      </a:r>
                      <a:endParaRPr lang="en-US" sz="2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70280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00245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63C24-E0D7-DA5B-C96D-90E0DEF9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570282D8-4935-1E44-CB65-26AF9107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E89395-E7FB-1B59-165A-314F241D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Fingerprints</a:t>
            </a:r>
            <a:br>
              <a:rPr lang="en-US" dirty="0"/>
            </a:br>
            <a:endParaRPr lang="en-US" dirty="0"/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482D47DE-A2E9-DE98-C335-872F71CEE636}"/>
              </a:ext>
            </a:extLst>
          </p:cNvPr>
          <p:cNvSpPr txBox="1">
            <a:spLocks/>
          </p:cNvSpPr>
          <p:nvPr/>
        </p:nvSpPr>
        <p:spPr bwMode="auto">
          <a:xfrm>
            <a:off x="3609223" y="3657563"/>
            <a:ext cx="7994760" cy="1421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28600" indent="-228600" algn="l" rtl="0" eaLnBrk="1" fontAlgn="base" hangingPunct="1">
              <a:lnSpc>
                <a:spcPct val="95000"/>
              </a:lnSpc>
              <a:spcBef>
                <a:spcPts val="1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576072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20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86968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lang="en-US" sz="1800" dirty="0" smtClean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70432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100000"/>
              <a:buFont typeface="Arial" panose="020B0604020202020204" pitchFamily="34" charset="0"/>
              <a:buChar char="̶"/>
              <a:def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63040" indent="-228600" algn="l" rtl="0" eaLnBrk="1" fontAlgn="base" hangingPunct="1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̶"/>
              <a:defRPr lang="en-US" sz="1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35221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6pPr>
            <a:lvl7pPr marL="3961707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7pPr>
            <a:lvl8pPr marL="4571200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8pPr>
            <a:lvl9pPr marL="5180693" indent="-30474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1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808080"/>
              </a:buClr>
            </a:pPr>
            <a:endParaRPr lang="en-US" sz="16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808080"/>
              </a:buClr>
            </a:pPr>
            <a:endParaRPr lang="en-US" kern="0" dirty="0">
              <a:solidFill>
                <a:srgbClr val="EE0C5D"/>
              </a:solidFill>
              <a:cs typeface="Arial"/>
            </a:endParaRPr>
          </a:p>
          <a:p>
            <a:pPr marL="575945" lvl="1">
              <a:buClr>
                <a:srgbClr val="808080"/>
              </a:buClr>
            </a:pPr>
            <a:endParaRPr lang="en-US" kern="0" dirty="0">
              <a:cs typeface="Arial"/>
            </a:endParaRPr>
          </a:p>
          <a:p>
            <a:pPr marL="347345" lvl="1" indent="0">
              <a:buClr>
                <a:srgbClr val="808080"/>
              </a:buClr>
              <a:buNone/>
            </a:pPr>
            <a:endParaRPr lang="en-US" kern="0" dirty="0">
              <a:latin typeface="Arial"/>
              <a:cs typeface="Arial"/>
            </a:endParaRP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4333CF82-0E3A-D08C-E74F-CFA19AE2127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4245AE8-64A4-05E9-1352-9CC8350D5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95" y="1534474"/>
            <a:ext cx="11025242" cy="4767267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/>
              <a:t>AI Fingerprints are used for</a:t>
            </a:r>
            <a:r>
              <a:rPr lang="en-US" sz="2000" dirty="0"/>
              <a:t>:</a:t>
            </a:r>
          </a:p>
          <a:p>
            <a:r>
              <a:rPr lang="en-US" sz="2000" b="1" dirty="0"/>
              <a:t>Converting your search</a:t>
            </a:r>
            <a:r>
              <a:rPr lang="en-US" sz="2000" dirty="0"/>
              <a:t> into numbers the AI can understand</a:t>
            </a:r>
          </a:p>
          <a:p>
            <a:r>
              <a:rPr lang="en-US" sz="2000" b="1" dirty="0"/>
              <a:t>Finding similar emails</a:t>
            </a:r>
            <a:r>
              <a:rPr lang="en-US" sz="2000" dirty="0"/>
              <a:t> by comparing number patterns</a:t>
            </a:r>
          </a:p>
          <a:p>
            <a:r>
              <a:rPr lang="en-US" sz="2000" b="1" dirty="0"/>
              <a:t>Building the search database</a:t>
            </a:r>
            <a:r>
              <a:rPr lang="en-US" sz="2000" dirty="0"/>
              <a:t> with AI-powered matching</a:t>
            </a:r>
          </a:p>
        </p:txBody>
      </p:sp>
    </p:spTree>
    <p:extLst>
      <p:ext uri="{BB962C8B-B14F-4D97-AF65-F5344CB8AC3E}">
        <p14:creationId xmlns:p14="http://schemas.microsoft.com/office/powerpoint/2010/main" val="153869714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177896D4-B446-B9BA-7F93-31529733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F33F1565-C291-8B1F-6839-57962940A67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diagram of a company&#10;&#10;AI-generated content may be incorrect.">
            <a:extLst>
              <a:ext uri="{FF2B5EF4-FFF2-40B4-BE49-F238E27FC236}">
                <a16:creationId xmlns:a16="http://schemas.microsoft.com/office/drawing/2014/main" id="{70CE61EC-A0D5-7F43-0DE2-618A205B64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62139" cy="6858000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D06CB8FE-B88D-7EB4-BAB6-3736E8B0C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498" y="854091"/>
            <a:ext cx="3800983" cy="914400"/>
          </a:xfrm>
        </p:spPr>
        <p:txBody>
          <a:bodyPr/>
          <a:lstStyle/>
          <a:p>
            <a:r>
              <a:rPr lang="en-US" dirty="0"/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150508505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174435F4-3EF1-4E69-90D1-B1F4D5971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3445" y="6543258"/>
            <a:ext cx="5405110" cy="30240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98FEA7-95CB-5D03-46BF-6DE4E59A4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1860F-0401-53B4-A7EA-9A8B208F46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7430" y="1823170"/>
            <a:ext cx="6882295" cy="1241286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403C010A-26AD-F9FA-59E5-0095A37365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5136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P_CorpTemp_2024">
  <a:themeElements>
    <a:clrScheme name="CHECK POINT 2023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61346F4D-CF09-43DE-A25D-9E4F47DE7CD9}" vid="{FFCC1F68-9C57-45DE-B973-BE7E3750B607}"/>
    </a:ext>
  </a:extLst>
</a:theme>
</file>

<file path=ppt/theme/theme3.xml><?xml version="1.0" encoding="utf-8"?>
<a:theme xmlns:a="http://schemas.openxmlformats.org/drawingml/2006/main" name="checkpoint">
  <a:themeElements>
    <a:clrScheme name="Check Point 2022">
      <a:dk1>
        <a:srgbClr val="4D4D4F"/>
      </a:dk1>
      <a:lt1>
        <a:srgbClr val="FFFFFF"/>
      </a:lt1>
      <a:dk2>
        <a:srgbClr val="920053"/>
      </a:dk2>
      <a:lt2>
        <a:srgbClr val="DA1572"/>
      </a:lt2>
      <a:accent1>
        <a:srgbClr val="DA1572"/>
      </a:accent1>
      <a:accent2>
        <a:srgbClr val="3075FF"/>
      </a:accent2>
      <a:accent3>
        <a:srgbClr val="B6DB19"/>
      </a:accent3>
      <a:accent4>
        <a:srgbClr val="FFC000"/>
      </a:accent4>
      <a:accent5>
        <a:srgbClr val="FF6600"/>
      </a:accent5>
      <a:accent6>
        <a:srgbClr val="293896"/>
      </a:accent6>
      <a:hlink>
        <a:srgbClr val="293896"/>
      </a:hlink>
      <a:folHlink>
        <a:srgbClr val="00B0F0"/>
      </a:folHlink>
    </a:clrScheme>
    <a:fontScheme name="Check Point 201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heckpoint" id="{04BE2F51-6140-4A82-8964-3D2015DFB92A}" vid="{74C7E5CF-0013-4647-9752-03488C50B9D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</TotalTime>
  <Words>2010</Words>
  <Application>Microsoft Office PowerPoint</Application>
  <PresentationFormat>Widescreen</PresentationFormat>
  <Paragraphs>320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Aptos</vt:lpstr>
      <vt:lpstr>Aptos Display</vt:lpstr>
      <vt:lpstr>Arial</vt:lpstr>
      <vt:lpstr>Arial Narrow</vt:lpstr>
      <vt:lpstr>Calibri</vt:lpstr>
      <vt:lpstr>Ciscolight</vt:lpstr>
      <vt:lpstr>Consolas</vt:lpstr>
      <vt:lpstr>Helvetica</vt:lpstr>
      <vt:lpstr>Segoe WPC</vt:lpstr>
      <vt:lpstr>office theme</vt:lpstr>
      <vt:lpstr>CP_CorpTemp_2024</vt:lpstr>
      <vt:lpstr>checkpoint</vt:lpstr>
      <vt:lpstr>PowerPoint Presentation</vt:lpstr>
      <vt:lpstr>Agenda </vt:lpstr>
      <vt:lpstr>Introduction </vt:lpstr>
      <vt:lpstr>Objectives </vt:lpstr>
      <vt:lpstr>How to use – Quick Start (Makefile)   </vt:lpstr>
      <vt:lpstr>How to use – Docker Commands via Makefile    </vt:lpstr>
      <vt:lpstr>How to use – Using the CLI  </vt:lpstr>
      <vt:lpstr>How to use – Interactive CLI Capabilities   </vt:lpstr>
      <vt:lpstr>How to use – Endpoints    </vt:lpstr>
      <vt:lpstr>Example CLI </vt:lpstr>
      <vt:lpstr>Example CLI </vt:lpstr>
      <vt:lpstr>Example CLI  </vt:lpstr>
      <vt:lpstr>End to end user flow  </vt:lpstr>
      <vt:lpstr>End to end user flow  </vt:lpstr>
      <vt:lpstr>End to end user flow  </vt:lpstr>
      <vt:lpstr>End to end user flow  </vt:lpstr>
      <vt:lpstr>End to end user flow  </vt:lpstr>
      <vt:lpstr>End to end user flow  </vt:lpstr>
      <vt:lpstr>End to end user flow  </vt:lpstr>
      <vt:lpstr>End to end user flow  </vt:lpstr>
      <vt:lpstr>End to end user flow  </vt:lpstr>
      <vt:lpstr>End to end user flow  </vt:lpstr>
      <vt:lpstr>End to end user flow  </vt:lpstr>
      <vt:lpstr>End to end user flow  </vt:lpstr>
      <vt:lpstr>End to end user flow  </vt:lpstr>
      <vt:lpstr>End to end user flow  </vt:lpstr>
      <vt:lpstr>What Each Cache Does</vt:lpstr>
      <vt:lpstr>What Each Cache Does - Real Example </vt:lpstr>
      <vt:lpstr>What Each Cache Does - Real Example </vt:lpstr>
      <vt:lpstr>AI Fingerprints </vt:lpstr>
      <vt:lpstr>diagram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Aviad Nissim</cp:lastModifiedBy>
  <cp:revision>10</cp:revision>
  <dcterms:created xsi:type="dcterms:W3CDTF">2024-08-06T07:54:22Z</dcterms:created>
  <dcterms:modified xsi:type="dcterms:W3CDTF">2025-11-16T22:56:32Z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Verifier">
    <vt:lpwstr>IyCHJSc6Ni2APpMzOzkqPA==</vt:lpwstr>
  </property>
  <property fmtid="{D5CDD505-2E9C-101B-9397-08002B2CF9AE}" pid="5" name="PolicyName">
    <vt:lpwstr>IyBkiiooNjePMZkxLiQsPTo=</vt:lpwstr>
  </property>
  <property fmtid="{D5CDD505-2E9C-101B-9397-08002B2CF9AE}" pid="6" name="PolicyID">
    <vt:lpwstr/>
  </property>
  <property fmtid="{D5CDD505-2E9C-101B-9397-08002B2CF9AE}" pid="7" name="DomainID">
    <vt:lpwstr/>
  </property>
  <property fmtid="{D5CDD505-2E9C-101B-9397-08002B2CF9AE}" pid="8" name="HText">
    <vt:lpwstr/>
  </property>
  <property fmtid="{D5CDD505-2E9C-101B-9397-08002B2CF9AE}" pid="9" name="FText">
    <vt:lpwstr/>
  </property>
  <property fmtid="{D5CDD505-2E9C-101B-9397-08002B2CF9AE}" pid="10" name="WMark">
    <vt:lpwstr/>
  </property>
  <property fmtid="{D5CDD505-2E9C-101B-9397-08002B2CF9AE}" pid="11" name="Set">
    <vt:lpwstr>Ky4oOiM=</vt:lpwstr>
  </property>
  <property fmtid="{D5CDD505-2E9C-101B-9397-08002B2CF9AE}" pid="12" name="Version">
    <vt:lpwstr>Xw==</vt:lpwstr>
  </property>
</Properties>
</file>